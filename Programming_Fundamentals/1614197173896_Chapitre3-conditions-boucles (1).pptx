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theme/themeOverride7.xml" ContentType="application/vnd.openxmlformats-officedocument.themeOverride+xml"/>
  <Override PartName="/ppt/theme/themeOverride12.xml" ContentType="application/vnd.openxmlformats-officedocument.themeOverr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Override5.xml" ContentType="application/vnd.openxmlformats-officedocument.themeOverride+xml"/>
  <Override PartName="/ppt/theme/themeOverride10.xml" ContentType="application/vnd.openxmlformats-officedocument.themeOverr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theme/themeOverride3.xml" ContentType="application/vnd.openxmlformats-officedocument.themeOverr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theme/themeOverride1.xml" ContentType="application/vnd.openxmlformats-officedocument.themeOverr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theme/themeOverride19.xml" ContentType="application/vnd.openxmlformats-officedocument.themeOverride+xml"/>
  <Override PartName="/ppt/slideLayouts/slideLayout10.xml" ContentType="application/vnd.openxmlformats-officedocument.presentationml.slideLayout+xml"/>
  <Default Extension="tiff" ContentType="image/tiff"/>
  <Override PartName="/ppt/theme/themeOverride17.xml" ContentType="application/vnd.openxmlformats-officedocument.themeOverride+xml"/>
  <Override PartName="/ppt/theme/themeOverride18.xml" ContentType="application/vnd.openxmlformats-officedocument.themeOverride+xml"/>
  <Override PartName="/ppt/theme/themeOverride15.xml" ContentType="application/vnd.openxmlformats-officedocument.themeOverride+xml"/>
  <Override PartName="/ppt/theme/themeOverride16.xml" ContentType="application/vnd.openxmlformats-officedocument.themeOverr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theme/themeOverride9.xml" ContentType="application/vnd.openxmlformats-officedocument.themeOverride+xml"/>
  <Override PartName="/ppt/theme/themeOverride13.xml" ContentType="application/vnd.openxmlformats-officedocument.themeOverride+xml"/>
  <Override PartName="/ppt/theme/themeOverride14.xml" ContentType="application/vnd.openxmlformats-officedocument.themeOverr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Default Extension="png" ContentType="image/png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theme/themeOverride8.xml" ContentType="application/vnd.openxmlformats-officedocument.themeOverride+xml"/>
  <Override PartName="/ppt/theme/themeOverride11.xml" ContentType="application/vnd.openxmlformats-officedocument.themeOverride+xml"/>
  <Override PartName="/ppt/theme/themeOverride20.xml" ContentType="application/vnd.openxmlformats-officedocument.themeOverr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Override6.xml" ContentType="application/vnd.openxmlformats-officedocument.themeOverr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theme/themeOverride4.xml" ContentType="application/vnd.openxmlformats-officedocument.themeOverr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Override2.xml" ContentType="application/vnd.openxmlformats-officedocument.themeOverr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4">
  <p:sldMasterIdLst>
    <p:sldMasterId id="2147483648" r:id="rId1"/>
  </p:sldMasterIdLst>
  <p:notesMasterIdLst>
    <p:notesMasterId r:id="rId29"/>
  </p:notesMasterIdLst>
  <p:sldIdLst>
    <p:sldId id="256" r:id="rId2"/>
    <p:sldId id="314" r:id="rId3"/>
    <p:sldId id="257" r:id="rId4"/>
    <p:sldId id="315" r:id="rId5"/>
    <p:sldId id="337" r:id="rId6"/>
    <p:sldId id="317" r:id="rId7"/>
    <p:sldId id="338" r:id="rId8"/>
    <p:sldId id="318" r:id="rId9"/>
    <p:sldId id="339" r:id="rId10"/>
    <p:sldId id="319" r:id="rId11"/>
    <p:sldId id="340" r:id="rId12"/>
    <p:sldId id="343" r:id="rId13"/>
    <p:sldId id="320" r:id="rId14"/>
    <p:sldId id="327" r:id="rId15"/>
    <p:sldId id="321" r:id="rId16"/>
    <p:sldId id="329" r:id="rId17"/>
    <p:sldId id="322" r:id="rId18"/>
    <p:sldId id="330" r:id="rId19"/>
    <p:sldId id="344" r:id="rId20"/>
    <p:sldId id="323" r:id="rId21"/>
    <p:sldId id="331" r:id="rId22"/>
    <p:sldId id="332" r:id="rId23"/>
    <p:sldId id="333" r:id="rId24"/>
    <p:sldId id="334" r:id="rId25"/>
    <p:sldId id="346" r:id="rId26"/>
    <p:sldId id="326" r:id="rId27"/>
    <p:sldId id="347" r:id="rId28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414141"/>
        </a:solidFill>
        <a:effectLst/>
        <a:uFillTx/>
        <a:latin typeface="Palatino"/>
        <a:ea typeface="Palatino"/>
        <a:cs typeface="Palatino"/>
        <a:sym typeface="Palatino"/>
      </a:defRPr>
    </a:lvl1pPr>
    <a:lvl2pPr marL="0" marR="0" indent="228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414141"/>
        </a:solidFill>
        <a:effectLst/>
        <a:uFillTx/>
        <a:latin typeface="Palatino"/>
        <a:ea typeface="Palatino"/>
        <a:cs typeface="Palatino"/>
        <a:sym typeface="Palatino"/>
      </a:defRPr>
    </a:lvl2pPr>
    <a:lvl3pPr marL="0" marR="0" indent="457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414141"/>
        </a:solidFill>
        <a:effectLst/>
        <a:uFillTx/>
        <a:latin typeface="Palatino"/>
        <a:ea typeface="Palatino"/>
        <a:cs typeface="Palatino"/>
        <a:sym typeface="Palatino"/>
      </a:defRPr>
    </a:lvl3pPr>
    <a:lvl4pPr marL="0" marR="0" indent="685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414141"/>
        </a:solidFill>
        <a:effectLst/>
        <a:uFillTx/>
        <a:latin typeface="Palatino"/>
        <a:ea typeface="Palatino"/>
        <a:cs typeface="Palatino"/>
        <a:sym typeface="Palatino"/>
      </a:defRPr>
    </a:lvl4pPr>
    <a:lvl5pPr marL="0" marR="0" indent="9144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414141"/>
        </a:solidFill>
        <a:effectLst/>
        <a:uFillTx/>
        <a:latin typeface="Palatino"/>
        <a:ea typeface="Palatino"/>
        <a:cs typeface="Palatino"/>
        <a:sym typeface="Palatino"/>
      </a:defRPr>
    </a:lvl5pPr>
    <a:lvl6pPr marL="0" marR="0" indent="11430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414141"/>
        </a:solidFill>
        <a:effectLst/>
        <a:uFillTx/>
        <a:latin typeface="Palatino"/>
        <a:ea typeface="Palatino"/>
        <a:cs typeface="Palatino"/>
        <a:sym typeface="Palatino"/>
      </a:defRPr>
    </a:lvl6pPr>
    <a:lvl7pPr marL="0" marR="0" indent="1371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414141"/>
        </a:solidFill>
        <a:effectLst/>
        <a:uFillTx/>
        <a:latin typeface="Palatino"/>
        <a:ea typeface="Palatino"/>
        <a:cs typeface="Palatino"/>
        <a:sym typeface="Palatino"/>
      </a:defRPr>
    </a:lvl7pPr>
    <a:lvl8pPr marL="0" marR="0" indent="1600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414141"/>
        </a:solidFill>
        <a:effectLst/>
        <a:uFillTx/>
        <a:latin typeface="Palatino"/>
        <a:ea typeface="Palatino"/>
        <a:cs typeface="Palatino"/>
        <a:sym typeface="Palatino"/>
      </a:defRPr>
    </a:lvl8pPr>
    <a:lvl9pPr marL="0" marR="0" indent="1828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414141"/>
        </a:solidFill>
        <a:effectLst/>
        <a:uFillTx/>
        <a:latin typeface="Palatino"/>
        <a:ea typeface="Palatino"/>
        <a:cs typeface="Palatino"/>
        <a:sym typeface="Palatino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Palatino"/>
          <a:ea typeface="Palatino"/>
          <a:cs typeface="Palatino"/>
        </a:font>
        <a:srgbClr val="414141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C9C3BA">
              <a:alpha val="50000"/>
            </a:srgbClr>
          </a:solidFill>
        </a:fill>
      </a:tcStyle>
    </a:band2H>
    <a:firstCol>
      <a:tcTxStyle b="off" i="off">
        <a:font>
          <a:latin typeface="Palatino"/>
          <a:ea typeface="Palatino"/>
          <a:cs typeface="Palatin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89847F"/>
          </a:solidFill>
        </a:fill>
      </a:tcStyle>
    </a:firstCol>
    <a:lastRow>
      <a:tcTxStyle b="off" i="off">
        <a:font>
          <a:latin typeface="Palatino"/>
          <a:ea typeface="Palatino"/>
          <a:cs typeface="Palatino"/>
        </a:font>
        <a:srgbClr val="414141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525252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C9C3BA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Palatino"/>
          <a:ea typeface="Palatino"/>
          <a:cs typeface="Palatin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C9C3BA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5">
              <a:hueOff val="-375889"/>
              <a:satOff val="-9195"/>
              <a:lumOff val="-14901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Palatino"/>
          <a:ea typeface="Palatino"/>
          <a:cs typeface="Palatino"/>
        </a:font>
        <a:srgbClr val="414141"/>
      </a:tcTxStyle>
      <a:tcStyle>
        <a:tcBdr>
          <a:left>
            <a:ln w="25400" cap="rnd">
              <a:solidFill>
                <a:srgbClr val="C9C3BA"/>
              </a:solidFill>
              <a:custDash>
                <a:ds d="100000" sp="200000"/>
              </a:custDash>
              <a:miter lim="400000"/>
            </a:ln>
          </a:left>
          <a:right>
            <a:ln w="25400" cap="rnd">
              <a:solidFill>
                <a:srgbClr val="C9C3BA"/>
              </a:solidFill>
              <a:custDash>
                <a:ds d="100000" sp="200000"/>
              </a:custDash>
              <a:miter lim="400000"/>
            </a:ln>
          </a:right>
          <a:top>
            <a:ln w="25400" cap="rnd">
              <a:solidFill>
                <a:srgbClr val="C9C3BA"/>
              </a:solidFill>
              <a:custDash>
                <a:ds d="100000" sp="200000"/>
              </a:custDash>
              <a:miter lim="400000"/>
            </a:ln>
          </a:top>
          <a:bottom>
            <a:ln w="25400" cap="rnd">
              <a:solidFill>
                <a:srgbClr val="C9C3BA"/>
              </a:solidFill>
              <a:custDash>
                <a:ds d="100000" sp="200000"/>
              </a:custDash>
              <a:miter lim="400000"/>
            </a:ln>
          </a:bottom>
          <a:insideH>
            <a:ln w="25400" cap="rnd">
              <a:solidFill>
                <a:srgbClr val="C9C3BA"/>
              </a:solidFill>
              <a:custDash>
                <a:ds d="100000" sp="200000"/>
              </a:custDash>
              <a:miter lim="400000"/>
            </a:ln>
          </a:insideH>
          <a:insideV>
            <a:ln w="25400" cap="rnd">
              <a:solidFill>
                <a:srgbClr val="C9C3BA"/>
              </a:solidFill>
              <a:custDash>
                <a:ds d="1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C9C3BA">
              <a:alpha val="75000"/>
            </a:srgbClr>
          </a:solidFill>
        </a:fill>
      </a:tcStyle>
    </a:band2H>
    <a:firstCol>
      <a:tcTxStyle b="off" i="off">
        <a:font>
          <a:latin typeface="Palatino"/>
          <a:ea typeface="Palatino"/>
          <a:cs typeface="Palatin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Palatino"/>
          <a:ea typeface="Palatino"/>
          <a:cs typeface="Palatin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Palatino"/>
          <a:ea typeface="Palatino"/>
          <a:cs typeface="Palatin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Row>
  </a:tblStyle>
  <a:tblStyle styleId="{EEE7283C-3CF3-47DC-8721-378D4A62B228}" styleName="">
    <a:tblBg/>
    <a:wholeTbl>
      <a:tcTxStyle b="off" i="off">
        <a:font>
          <a:latin typeface="Palatino"/>
          <a:ea typeface="Palatino"/>
          <a:cs typeface="Palatino"/>
        </a:font>
        <a:srgbClr val="414141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C9C3BA"/>
              </a:solidFill>
              <a:prstDash val="solid"/>
              <a:miter lim="400000"/>
            </a:ln>
          </a:top>
          <a:bottom>
            <a:ln w="12700" cap="flat">
              <a:solidFill>
                <a:srgbClr val="C9C3BA"/>
              </a:solidFill>
              <a:prstDash val="solid"/>
              <a:miter lim="400000"/>
            </a:ln>
          </a:bottom>
          <a:insideH>
            <a:ln w="12700" cap="flat">
              <a:solidFill>
                <a:srgbClr val="C9C3BA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C9C3BA">
              <a:alpha val="50000"/>
            </a:srgbClr>
          </a:solidFill>
        </a:fill>
      </a:tcStyle>
    </a:band2H>
    <a:firstCol>
      <a:tcTxStyle b="off" i="off">
        <a:font>
          <a:latin typeface="Palatino"/>
          <a:ea typeface="Palatino"/>
          <a:cs typeface="Palatin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939D60"/>
          </a:solidFill>
        </a:fill>
      </a:tcStyle>
    </a:firstCol>
    <a:lastRow>
      <a:tcTxStyle b="off" i="off">
        <a:font>
          <a:latin typeface="Palatino"/>
          <a:ea typeface="Palatino"/>
          <a:cs typeface="Palatino"/>
        </a:font>
        <a:srgbClr val="414141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525252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C9C3BA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Palatino"/>
          <a:ea typeface="Palatino"/>
          <a:cs typeface="Palatin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C9C3BA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3">
              <a:hueOff val="708446"/>
              <a:satOff val="-4821"/>
              <a:lumOff val="-14251"/>
            </a:schemeClr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Palatino"/>
          <a:ea typeface="Palatino"/>
          <a:cs typeface="Palatino"/>
        </a:font>
        <a:srgbClr val="414141"/>
      </a:tcTxStyle>
      <a:tcStyle>
        <a:tcBdr>
          <a:left>
            <a:ln w="12700" cap="flat">
              <a:solidFill>
                <a:schemeClr val="accent1">
                  <a:hueOff val="-113918"/>
                  <a:satOff val="19024"/>
                  <a:lumOff val="19749"/>
                </a:schemeClr>
              </a:solidFill>
              <a:prstDash val="solid"/>
              <a:miter lim="400000"/>
            </a:ln>
          </a:left>
          <a:right>
            <a:ln w="12700" cap="flat">
              <a:solidFill>
                <a:schemeClr val="accent1">
                  <a:hueOff val="-113918"/>
                  <a:satOff val="19024"/>
                  <a:lumOff val="19749"/>
                </a:schemeClr>
              </a:solidFill>
              <a:prstDash val="solid"/>
              <a:miter lim="400000"/>
            </a:ln>
          </a:right>
          <a:top>
            <a:ln w="12700" cap="flat">
              <a:solidFill>
                <a:schemeClr val="accent1">
                  <a:hueOff val="-113918"/>
                  <a:satOff val="19024"/>
                  <a:lumOff val="19749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chemeClr val="accent1">
                  <a:hueOff val="-113918"/>
                  <a:satOff val="19024"/>
                  <a:lumOff val="19749"/>
                </a:schemeClr>
              </a:solidFill>
              <a:prstDash val="solid"/>
              <a:miter lim="400000"/>
            </a:ln>
          </a:bottom>
          <a:insideH>
            <a:ln w="12700" cap="flat">
              <a:solidFill>
                <a:schemeClr val="accent1">
                  <a:hueOff val="-113918"/>
                  <a:satOff val="19024"/>
                  <a:lumOff val="19749"/>
                </a:schemeClr>
              </a:solidFill>
              <a:prstDash val="solid"/>
              <a:miter lim="400000"/>
            </a:ln>
          </a:insideH>
          <a:insideV>
            <a:ln w="12700" cap="flat">
              <a:solidFill>
                <a:schemeClr val="accent1">
                  <a:hueOff val="-113918"/>
                  <a:satOff val="19024"/>
                  <a:lumOff val="19749"/>
                </a:schemeClr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chemeClr val="accent1">
              <a:hueOff val="-113918"/>
              <a:satOff val="19024"/>
              <a:lumOff val="19749"/>
              <a:alpha val="35000"/>
            </a:schemeClr>
          </a:solidFill>
        </a:fill>
      </a:tcStyle>
    </a:band2H>
    <a:firstCol>
      <a:tcTxStyle b="off" i="off">
        <a:font>
          <a:latin typeface="Palatino"/>
          <a:ea typeface="Palatino"/>
          <a:cs typeface="Palatin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738AAF"/>
          </a:solidFill>
        </a:fill>
      </a:tcStyle>
    </a:firstCol>
    <a:lastRow>
      <a:tcTxStyle b="off" i="off">
        <a:font>
          <a:latin typeface="Palatino"/>
          <a:ea typeface="Palatino"/>
          <a:cs typeface="Palatin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chemeClr val="accent1">
                  <a:hueOff val="-113918"/>
                  <a:satOff val="19024"/>
                  <a:lumOff val="19749"/>
                </a:schemeClr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369196"/>
              <a:satOff val="13972"/>
              <a:lumOff val="-24493"/>
            </a:schemeClr>
          </a:solidFill>
        </a:fill>
      </a:tcStyle>
    </a:lastRow>
    <a:firstRow>
      <a:tcTxStyle b="off" i="off">
        <a:font>
          <a:latin typeface="Palatino"/>
          <a:ea typeface="Palatino"/>
          <a:cs typeface="Palatin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chemeClr val="accent1">
                  <a:hueOff val="-113918"/>
                  <a:satOff val="19024"/>
                  <a:lumOff val="19749"/>
                </a:schemeClr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369194"/>
              <a:satOff val="6343"/>
              <a:lumOff val="-13963"/>
            </a:schemeClr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Palatino"/>
          <a:ea typeface="Palatino"/>
          <a:cs typeface="Palatino"/>
        </a:font>
        <a:srgbClr val="414141"/>
      </a:tcTxStyle>
      <a:tcStyle>
        <a:tcBdr>
          <a:left>
            <a:ln w="12700" cap="flat">
              <a:solidFill>
                <a:srgbClr val="C9C3BA"/>
              </a:solidFill>
              <a:prstDash val="solid"/>
              <a:miter lim="400000"/>
            </a:ln>
          </a:left>
          <a:right>
            <a:ln w="12700" cap="flat">
              <a:solidFill>
                <a:srgbClr val="C9C3BA"/>
              </a:solidFill>
              <a:prstDash val="solid"/>
              <a:miter lim="400000"/>
            </a:ln>
          </a:right>
          <a:top>
            <a:ln w="12700" cap="flat">
              <a:solidFill>
                <a:srgbClr val="C9C3BA"/>
              </a:solidFill>
              <a:prstDash val="solid"/>
              <a:miter lim="400000"/>
            </a:ln>
          </a:top>
          <a:bottom>
            <a:ln w="12700" cap="flat">
              <a:solidFill>
                <a:srgbClr val="C9C3BA"/>
              </a:solidFill>
              <a:prstDash val="solid"/>
              <a:miter lim="400000"/>
            </a:ln>
          </a:bottom>
          <a:insideH>
            <a:ln w="12700" cap="flat">
              <a:solidFill>
                <a:srgbClr val="C9C3BA"/>
              </a:solidFill>
              <a:prstDash val="solid"/>
              <a:miter lim="400000"/>
            </a:ln>
          </a:insideH>
          <a:insideV>
            <a:ln w="12700" cap="flat">
              <a:solidFill>
                <a:srgbClr val="C9C3BA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C9C3BA">
              <a:alpha val="50000"/>
            </a:srgbClr>
          </a:solidFill>
        </a:fill>
      </a:tcStyle>
    </a:band2H>
    <a:firstCol>
      <a:tcTxStyle b="off" i="off">
        <a:font>
          <a:latin typeface="Palatino"/>
          <a:ea typeface="Palatino"/>
          <a:cs typeface="Palatin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66635F"/>
          </a:solidFill>
        </a:fill>
      </a:tcStyle>
    </a:firstCol>
    <a:lastRow>
      <a:tcTxStyle b="off" i="off">
        <a:font>
          <a:latin typeface="Palatino"/>
          <a:ea typeface="Palatino"/>
          <a:cs typeface="Palatino"/>
        </a:font>
        <a:srgbClr val="414141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C9C3BA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Palatino"/>
          <a:ea typeface="Palatino"/>
          <a:cs typeface="Palatin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C9C3BA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89847F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Palatino"/>
          <a:ea typeface="Palatino"/>
          <a:cs typeface="Palatino"/>
        </a:font>
        <a:srgbClr val="414141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89847F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89847F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89847F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C9C3BA">
              <a:alpha val="35000"/>
            </a:srgbClr>
          </a:solidFill>
        </a:fill>
      </a:tcStyle>
    </a:band2H>
    <a:firstCol>
      <a:tcTxStyle b="off" i="off">
        <a:font>
          <a:latin typeface="Palatino"/>
          <a:ea typeface="Palatino"/>
          <a:cs typeface="Palatino"/>
        </a:font>
        <a:srgbClr val="414141"/>
      </a:tcTxStyle>
      <a:tcStyle>
        <a:tcBdr>
          <a:left>
            <a:ln w="12700" cap="flat">
              <a:noFill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89847F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89847F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89847F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Palatino"/>
          <a:ea typeface="Palatino"/>
          <a:cs typeface="Palatino"/>
        </a:font>
        <a:srgbClr val="414141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89847F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Palatino"/>
          <a:ea typeface="Palatino"/>
          <a:cs typeface="Palatino"/>
        </a:font>
        <a:srgbClr val="414141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89847F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9338" autoAdjust="0"/>
    <p:restoredTop sz="94667"/>
  </p:normalViewPr>
  <p:slideViewPr>
    <p:cSldViewPr snapToGrid="0" snapToObjects="1">
      <p:cViewPr>
        <p:scale>
          <a:sx n="60" d="100"/>
          <a:sy n="60" d="100"/>
        </p:scale>
        <p:origin x="-768" y="294"/>
      </p:cViewPr>
      <p:guideLst>
        <p:guide orient="horz" pos="3072"/>
        <p:guide pos="409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Shape 14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42" name="Shape 14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xmlns="" val="3126914682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35182357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xmlns="" val="20836117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re et sous-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Ligne"/>
          <p:cNvSpPr/>
          <p:nvPr/>
        </p:nvSpPr>
        <p:spPr>
          <a:xfrm>
            <a:off x="508000" y="6591300"/>
            <a:ext cx="11999453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4" name="Ligne"/>
          <p:cNvSpPr/>
          <p:nvPr/>
        </p:nvSpPr>
        <p:spPr>
          <a:xfrm>
            <a:off x="508000" y="4089400"/>
            <a:ext cx="12000019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5" name="Ligne"/>
          <p:cNvSpPr/>
          <p:nvPr/>
        </p:nvSpPr>
        <p:spPr>
          <a:xfrm flipV="1">
            <a:off x="7994302" y="4526255"/>
            <a:ext cx="1" cy="1642759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6" name="Lorem Ipsum Dolor"/>
          <p:cNvSpPr txBox="1">
            <a:spLocks noGrp="1"/>
          </p:cNvSpPr>
          <p:nvPr>
            <p:ph type="body" sz="quarter" idx="21"/>
          </p:nvPr>
        </p:nvSpPr>
        <p:spPr>
          <a:xfrm>
            <a:off x="508000" y="3505200"/>
            <a:ext cx="7200900" cy="5080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ClrTx/>
              <a:buSzTx/>
              <a:buFontTx/>
              <a:buNone/>
              <a:defRPr sz="2400" i="1"/>
            </a:lvl1pPr>
          </a:lstStyle>
          <a:p>
            <a:r>
              <a:t>Lorem Ipsum Dolor</a:t>
            </a:r>
          </a:p>
        </p:txBody>
      </p:sp>
      <p:sp>
        <p:nvSpPr>
          <p:cNvPr id="17" name="Texte du titre"/>
          <p:cNvSpPr txBox="1">
            <a:spLocks noGrp="1"/>
          </p:cNvSpPr>
          <p:nvPr>
            <p:ph type="title"/>
          </p:nvPr>
        </p:nvSpPr>
        <p:spPr>
          <a:xfrm>
            <a:off x="508000" y="4140200"/>
            <a:ext cx="7200900" cy="2413000"/>
          </a:xfrm>
          <a:prstGeom prst="rect">
            <a:avLst/>
          </a:prstGeom>
        </p:spPr>
        <p:txBody>
          <a:bodyPr/>
          <a:lstStyle>
            <a:lvl1pPr algn="l"/>
          </a:lstStyle>
          <a:p>
            <a:r>
              <a:t>Texte du titre</a:t>
            </a:r>
          </a:p>
        </p:txBody>
      </p:sp>
      <p:sp>
        <p:nvSpPr>
          <p:cNvPr id="18" name="Texte niveau 1…"/>
          <p:cNvSpPr txBox="1">
            <a:spLocks noGrp="1"/>
          </p:cNvSpPr>
          <p:nvPr>
            <p:ph type="body" sz="quarter" idx="1"/>
          </p:nvPr>
        </p:nvSpPr>
        <p:spPr>
          <a:xfrm>
            <a:off x="8280400" y="4140200"/>
            <a:ext cx="4241800" cy="2413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ClrTx/>
              <a:buSzTx/>
              <a:buFontTx/>
              <a:buNone/>
              <a:defRPr sz="2400"/>
            </a:lvl1pPr>
            <a:lvl2pPr marL="0" indent="228600">
              <a:spcBef>
                <a:spcPts val="0"/>
              </a:spcBef>
              <a:buClrTx/>
              <a:buSzTx/>
              <a:buFontTx/>
              <a:buNone/>
              <a:defRPr sz="2400"/>
            </a:lvl2pPr>
            <a:lvl3pPr marL="0" indent="457200">
              <a:spcBef>
                <a:spcPts val="0"/>
              </a:spcBef>
              <a:buClrTx/>
              <a:buSzTx/>
              <a:buFontTx/>
              <a:buNone/>
              <a:defRPr sz="2400"/>
            </a:lvl3pPr>
            <a:lvl4pPr marL="0" indent="685800">
              <a:spcBef>
                <a:spcPts val="0"/>
              </a:spcBef>
              <a:buClrTx/>
              <a:buSzTx/>
              <a:buFontTx/>
              <a:buNone/>
              <a:defRPr sz="2400"/>
            </a:lvl4pPr>
            <a:lvl5pPr marL="0" indent="914400">
              <a:spcBef>
                <a:spcPts val="0"/>
              </a:spcBef>
              <a:buClrTx/>
              <a:buSzTx/>
              <a:buFontTx/>
              <a:buNone/>
              <a:defRPr sz="2400"/>
            </a:lvl5pPr>
          </a:lstStyle>
          <a:p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19" name="Numéro de diapositiv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‹N°›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 - Horizont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Ligne"/>
          <p:cNvSpPr/>
          <p:nvPr/>
        </p:nvSpPr>
        <p:spPr>
          <a:xfrm flipV="1">
            <a:off x="7994302" y="7053555"/>
            <a:ext cx="1" cy="1642759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27" name="Ligne"/>
          <p:cNvSpPr/>
          <p:nvPr/>
        </p:nvSpPr>
        <p:spPr>
          <a:xfrm>
            <a:off x="508000" y="9131300"/>
            <a:ext cx="11999453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28" name="Ligne"/>
          <p:cNvSpPr/>
          <p:nvPr/>
        </p:nvSpPr>
        <p:spPr>
          <a:xfrm>
            <a:off x="508000" y="6629400"/>
            <a:ext cx="12000019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29" name="Ligne"/>
          <p:cNvSpPr/>
          <p:nvPr/>
        </p:nvSpPr>
        <p:spPr>
          <a:xfrm flipV="1">
            <a:off x="7994302" y="7053555"/>
            <a:ext cx="1" cy="1642759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30" name="Lorem Ipsum Dolor"/>
          <p:cNvSpPr txBox="1">
            <a:spLocks noGrp="1"/>
          </p:cNvSpPr>
          <p:nvPr>
            <p:ph type="body" sz="quarter" idx="21"/>
          </p:nvPr>
        </p:nvSpPr>
        <p:spPr>
          <a:xfrm>
            <a:off x="508000" y="6096000"/>
            <a:ext cx="7200900" cy="5080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ClrTx/>
              <a:buSzTx/>
              <a:buFontTx/>
              <a:buNone/>
              <a:defRPr sz="2400" i="1"/>
            </a:lvl1pPr>
          </a:lstStyle>
          <a:p>
            <a:r>
              <a:t>Lorem Ipsum Dolor</a:t>
            </a:r>
          </a:p>
        </p:txBody>
      </p:sp>
      <p:sp>
        <p:nvSpPr>
          <p:cNvPr id="31" name="Image"/>
          <p:cNvSpPr>
            <a:spLocks noGrp="1"/>
          </p:cNvSpPr>
          <p:nvPr>
            <p:ph type="pic" idx="22"/>
          </p:nvPr>
        </p:nvSpPr>
        <p:spPr>
          <a:xfrm>
            <a:off x="584200" y="558800"/>
            <a:ext cx="11823700" cy="7086600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32" name="Texte du titre"/>
          <p:cNvSpPr txBox="1">
            <a:spLocks noGrp="1"/>
          </p:cNvSpPr>
          <p:nvPr>
            <p:ph type="title"/>
          </p:nvPr>
        </p:nvSpPr>
        <p:spPr>
          <a:xfrm>
            <a:off x="508000" y="6680200"/>
            <a:ext cx="7200900" cy="2413000"/>
          </a:xfrm>
          <a:prstGeom prst="rect">
            <a:avLst/>
          </a:prstGeom>
        </p:spPr>
        <p:txBody>
          <a:bodyPr/>
          <a:lstStyle>
            <a:lvl1pPr algn="l"/>
          </a:lstStyle>
          <a:p>
            <a:r>
              <a:t>Texte du titre</a:t>
            </a:r>
          </a:p>
        </p:txBody>
      </p:sp>
      <p:sp>
        <p:nvSpPr>
          <p:cNvPr id="33" name="Texte niveau 1…"/>
          <p:cNvSpPr txBox="1">
            <a:spLocks noGrp="1"/>
          </p:cNvSpPr>
          <p:nvPr>
            <p:ph type="body" sz="quarter" idx="1"/>
          </p:nvPr>
        </p:nvSpPr>
        <p:spPr>
          <a:xfrm>
            <a:off x="8280400" y="6680200"/>
            <a:ext cx="4241800" cy="2413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ClrTx/>
              <a:buSzTx/>
              <a:buFontTx/>
              <a:buNone/>
              <a:defRPr sz="2400"/>
            </a:lvl1pPr>
            <a:lvl2pPr marL="0" indent="228600">
              <a:spcBef>
                <a:spcPts val="0"/>
              </a:spcBef>
              <a:buClrTx/>
              <a:buSzTx/>
              <a:buFontTx/>
              <a:buNone/>
              <a:defRPr sz="2400"/>
            </a:lvl2pPr>
            <a:lvl3pPr marL="0" indent="457200">
              <a:spcBef>
                <a:spcPts val="0"/>
              </a:spcBef>
              <a:buClrTx/>
              <a:buSzTx/>
              <a:buFontTx/>
              <a:buNone/>
              <a:defRPr sz="2400"/>
            </a:lvl3pPr>
            <a:lvl4pPr marL="0" indent="685800">
              <a:spcBef>
                <a:spcPts val="0"/>
              </a:spcBef>
              <a:buClrTx/>
              <a:buSzTx/>
              <a:buFontTx/>
              <a:buNone/>
              <a:defRPr sz="2400"/>
            </a:lvl4pPr>
            <a:lvl5pPr marL="0" indent="914400">
              <a:spcBef>
                <a:spcPts val="0"/>
              </a:spcBef>
              <a:buClrTx/>
              <a:buSzTx/>
              <a:buFontTx/>
              <a:buNone/>
              <a:defRPr sz="2400"/>
            </a:lvl5pPr>
          </a:lstStyle>
          <a:p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34" name="Numéro de diapositiv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‹N°›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re - Centr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e du titre"/>
          <p:cNvSpPr txBox="1">
            <a:spLocks noGrp="1"/>
          </p:cNvSpPr>
          <p:nvPr>
            <p:ph type="title"/>
          </p:nvPr>
        </p:nvSpPr>
        <p:spPr>
          <a:xfrm>
            <a:off x="508000" y="3670300"/>
            <a:ext cx="11988800" cy="2413000"/>
          </a:xfrm>
          <a:prstGeom prst="rect">
            <a:avLst/>
          </a:prstGeom>
        </p:spPr>
        <p:txBody>
          <a:bodyPr/>
          <a:lstStyle/>
          <a:p>
            <a:r>
              <a:t>Texte du titre</a:t>
            </a:r>
          </a:p>
        </p:txBody>
      </p:sp>
      <p:sp>
        <p:nvSpPr>
          <p:cNvPr id="42" name="Numéro de diapositiv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‹N°›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 -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Ligne"/>
          <p:cNvSpPr/>
          <p:nvPr/>
        </p:nvSpPr>
        <p:spPr>
          <a:xfrm>
            <a:off x="508000" y="4876800"/>
            <a:ext cx="5676374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50" name="Ligne"/>
          <p:cNvSpPr/>
          <p:nvPr/>
        </p:nvSpPr>
        <p:spPr>
          <a:xfrm>
            <a:off x="508000" y="2768600"/>
            <a:ext cx="5676316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51" name="Lorem Ipsum Dolor"/>
          <p:cNvSpPr txBox="1">
            <a:spLocks noGrp="1"/>
          </p:cNvSpPr>
          <p:nvPr>
            <p:ph type="body" sz="quarter" idx="21"/>
          </p:nvPr>
        </p:nvSpPr>
        <p:spPr>
          <a:xfrm>
            <a:off x="508000" y="2171700"/>
            <a:ext cx="5676900" cy="508000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ClrTx/>
              <a:buSzTx/>
              <a:buFontTx/>
              <a:buNone/>
              <a:defRPr sz="2400" i="1"/>
            </a:lvl1pPr>
          </a:lstStyle>
          <a:p>
            <a:r>
              <a:t>Lorem Ipsum Dolor</a:t>
            </a:r>
          </a:p>
        </p:txBody>
      </p:sp>
      <p:sp>
        <p:nvSpPr>
          <p:cNvPr id="52" name="Image"/>
          <p:cNvSpPr>
            <a:spLocks noGrp="1"/>
          </p:cNvSpPr>
          <p:nvPr>
            <p:ph type="pic" sz="half" idx="22"/>
          </p:nvPr>
        </p:nvSpPr>
        <p:spPr>
          <a:xfrm>
            <a:off x="6704698" y="590550"/>
            <a:ext cx="5806884" cy="8509000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53" name="Texte du titre"/>
          <p:cNvSpPr txBox="1">
            <a:spLocks noGrp="1"/>
          </p:cNvSpPr>
          <p:nvPr>
            <p:ph type="title"/>
          </p:nvPr>
        </p:nvSpPr>
        <p:spPr>
          <a:xfrm>
            <a:off x="508000" y="2806700"/>
            <a:ext cx="5676900" cy="2032000"/>
          </a:xfrm>
          <a:prstGeom prst="rect">
            <a:avLst/>
          </a:prstGeom>
        </p:spPr>
        <p:txBody>
          <a:bodyPr/>
          <a:lstStyle>
            <a:lvl1pPr algn="l">
              <a:defRPr sz="4100">
                <a:solidFill>
                  <a:srgbClr val="008F00"/>
                </a:solidFill>
              </a:defRPr>
            </a:lvl1pPr>
          </a:lstStyle>
          <a:p>
            <a:r>
              <a:t>Texte du titre</a:t>
            </a:r>
          </a:p>
        </p:txBody>
      </p:sp>
      <p:sp>
        <p:nvSpPr>
          <p:cNvPr id="54" name="Texte niveau 1…"/>
          <p:cNvSpPr txBox="1">
            <a:spLocks noGrp="1"/>
          </p:cNvSpPr>
          <p:nvPr>
            <p:ph type="body" sz="quarter" idx="1"/>
          </p:nvPr>
        </p:nvSpPr>
        <p:spPr>
          <a:xfrm>
            <a:off x="508000" y="5029200"/>
            <a:ext cx="5676900" cy="4013200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ClrTx/>
              <a:buSzTx/>
              <a:buFontTx/>
              <a:buNone/>
              <a:defRPr sz="2400"/>
            </a:lvl1pPr>
            <a:lvl2pPr marL="0" indent="228600">
              <a:spcBef>
                <a:spcPts val="0"/>
              </a:spcBef>
              <a:buClrTx/>
              <a:buSzTx/>
              <a:buFontTx/>
              <a:buNone/>
              <a:defRPr sz="2400"/>
            </a:lvl2pPr>
            <a:lvl3pPr marL="0" indent="457200">
              <a:spcBef>
                <a:spcPts val="0"/>
              </a:spcBef>
              <a:buClrTx/>
              <a:buSzTx/>
              <a:buFontTx/>
              <a:buNone/>
              <a:defRPr sz="2400"/>
            </a:lvl3pPr>
            <a:lvl4pPr marL="0" indent="685800">
              <a:spcBef>
                <a:spcPts val="0"/>
              </a:spcBef>
              <a:buClrTx/>
              <a:buSzTx/>
              <a:buFontTx/>
              <a:buNone/>
              <a:defRPr sz="2400"/>
            </a:lvl4pPr>
            <a:lvl5pPr marL="0" indent="914400">
              <a:spcBef>
                <a:spcPts val="0"/>
              </a:spcBef>
              <a:buClrTx/>
              <a:buSzTx/>
              <a:buFontTx/>
              <a:buNone/>
              <a:defRPr sz="2400"/>
            </a:lvl5pPr>
          </a:lstStyle>
          <a:p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55" name="Numéro de diapositiv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‹N°›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re - Ha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e du titr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Texte du titre</a:t>
            </a:r>
          </a:p>
        </p:txBody>
      </p:sp>
      <p:sp>
        <p:nvSpPr>
          <p:cNvPr id="63" name="Numéro de diapositiv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‹N°›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re et pu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e du titre"/>
          <p:cNvSpPr txBox="1">
            <a:spLocks noGrp="1"/>
          </p:cNvSpPr>
          <p:nvPr>
            <p:ph type="title"/>
          </p:nvPr>
        </p:nvSpPr>
        <p:spPr>
          <a:xfrm>
            <a:off x="508000" y="800100"/>
            <a:ext cx="11988800" cy="1219200"/>
          </a:xfrm>
          <a:prstGeom prst="rect">
            <a:avLst/>
          </a:prstGeom>
        </p:spPr>
        <p:txBody>
          <a:bodyPr/>
          <a:lstStyle/>
          <a:p>
            <a:r>
              <a:t>Texte du titre</a:t>
            </a:r>
          </a:p>
        </p:txBody>
      </p:sp>
      <p:sp>
        <p:nvSpPr>
          <p:cNvPr id="71" name="Texte niveau 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72" name="Numéro de diapositiv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‹N°›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re, puces et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Image"/>
          <p:cNvSpPr>
            <a:spLocks noGrp="1"/>
          </p:cNvSpPr>
          <p:nvPr>
            <p:ph type="pic" sz="half" idx="21"/>
          </p:nvPr>
        </p:nvSpPr>
        <p:spPr>
          <a:xfrm>
            <a:off x="6819900" y="1739900"/>
            <a:ext cx="5575300" cy="8169655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0" name="Texte du titre"/>
          <p:cNvSpPr txBox="1">
            <a:spLocks noGrp="1"/>
          </p:cNvSpPr>
          <p:nvPr>
            <p:ph type="title"/>
          </p:nvPr>
        </p:nvSpPr>
        <p:spPr>
          <a:xfrm>
            <a:off x="508000" y="800100"/>
            <a:ext cx="11988800" cy="1219200"/>
          </a:xfrm>
          <a:prstGeom prst="rect">
            <a:avLst/>
          </a:prstGeom>
        </p:spPr>
        <p:txBody>
          <a:bodyPr/>
          <a:lstStyle/>
          <a:p>
            <a:r>
              <a:t>Texte du titre</a:t>
            </a:r>
          </a:p>
        </p:txBody>
      </p:sp>
      <p:sp>
        <p:nvSpPr>
          <p:cNvPr id="81" name="Texte niveau 1…"/>
          <p:cNvSpPr txBox="1">
            <a:spLocks noGrp="1"/>
          </p:cNvSpPr>
          <p:nvPr>
            <p:ph type="body" sz="half" idx="1"/>
          </p:nvPr>
        </p:nvSpPr>
        <p:spPr>
          <a:xfrm>
            <a:off x="508000" y="2730500"/>
            <a:ext cx="5816600" cy="6350000"/>
          </a:xfrm>
          <a:prstGeom prst="rect">
            <a:avLst/>
          </a:prstGeom>
        </p:spPr>
        <p:txBody>
          <a:bodyPr/>
          <a:lstStyle>
            <a:lvl1pPr marL="393700" indent="-393700">
              <a:spcBef>
                <a:spcPts val="1800"/>
              </a:spcBef>
              <a:buSzPct val="65000"/>
              <a:defRPr sz="3000"/>
            </a:lvl1pPr>
            <a:lvl2pPr marL="787400" indent="-393700">
              <a:spcBef>
                <a:spcPts val="1800"/>
              </a:spcBef>
              <a:buSzPct val="65000"/>
              <a:defRPr sz="3000"/>
            </a:lvl2pPr>
            <a:lvl3pPr marL="1181100" indent="-393700">
              <a:spcBef>
                <a:spcPts val="1800"/>
              </a:spcBef>
              <a:buSzPct val="65000"/>
              <a:defRPr sz="3000"/>
            </a:lvl3pPr>
            <a:lvl4pPr marL="1574800" indent="-393700">
              <a:spcBef>
                <a:spcPts val="1800"/>
              </a:spcBef>
              <a:buSzPct val="65000"/>
              <a:defRPr sz="3000"/>
            </a:lvl4pPr>
            <a:lvl5pPr marL="1968500" indent="-393700">
              <a:spcBef>
                <a:spcPts val="1800"/>
              </a:spcBef>
              <a:buSzPct val="65000"/>
              <a:defRPr sz="3000"/>
            </a:lvl5pPr>
          </a:lstStyle>
          <a:p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82" name="Numéro de diapositiv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‹N°›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u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e niveau 1…"/>
          <p:cNvSpPr txBox="1">
            <a:spLocks noGrp="1"/>
          </p:cNvSpPr>
          <p:nvPr>
            <p:ph type="body" idx="1"/>
          </p:nvPr>
        </p:nvSpPr>
        <p:spPr>
          <a:xfrm>
            <a:off x="508000" y="1270000"/>
            <a:ext cx="11988800" cy="7213600"/>
          </a:xfrm>
          <a:prstGeom prst="rect">
            <a:avLst/>
          </a:prstGeom>
        </p:spPr>
        <p:txBody>
          <a:bodyPr/>
          <a:lstStyle/>
          <a:p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90" name="Numéro de diapositiv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‹N°›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3 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Image"/>
          <p:cNvSpPr>
            <a:spLocks noGrp="1"/>
          </p:cNvSpPr>
          <p:nvPr>
            <p:ph type="pic" sz="half" idx="21"/>
          </p:nvPr>
        </p:nvSpPr>
        <p:spPr>
          <a:xfrm>
            <a:off x="6260986" y="4406900"/>
            <a:ext cx="6697779" cy="4711700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98" name="Image"/>
          <p:cNvSpPr>
            <a:spLocks noGrp="1"/>
          </p:cNvSpPr>
          <p:nvPr>
            <p:ph type="pic" sz="quarter" idx="22"/>
          </p:nvPr>
        </p:nvSpPr>
        <p:spPr>
          <a:xfrm>
            <a:off x="6680200" y="635000"/>
            <a:ext cx="5829301" cy="3517900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99" name="Image"/>
          <p:cNvSpPr>
            <a:spLocks noGrp="1"/>
          </p:cNvSpPr>
          <p:nvPr>
            <p:ph type="pic" sz="half" idx="23"/>
          </p:nvPr>
        </p:nvSpPr>
        <p:spPr>
          <a:xfrm>
            <a:off x="482600" y="609600"/>
            <a:ext cx="5728881" cy="8394700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0" name="Numéro de diapositiv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‹N°›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-Gilles Allain"/>
          <p:cNvSpPr txBox="1">
            <a:spLocks noGrp="1"/>
          </p:cNvSpPr>
          <p:nvPr>
            <p:ph type="body" sz="quarter" idx="21"/>
          </p:nvPr>
        </p:nvSpPr>
        <p:spPr>
          <a:xfrm>
            <a:off x="533400" y="5969000"/>
            <a:ext cx="11938000" cy="609600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1200"/>
              </a:spcBef>
              <a:buClrTx/>
              <a:buSzTx/>
              <a:buFontTx/>
              <a:buNone/>
              <a:defRPr sz="3000" i="1"/>
            </a:lvl1pPr>
          </a:lstStyle>
          <a:p>
            <a:r>
              <a:t>-Gilles Allain</a:t>
            </a:r>
          </a:p>
        </p:txBody>
      </p:sp>
      <p:sp>
        <p:nvSpPr>
          <p:cNvPr id="108" name="« Saisissez une citation ici. »"/>
          <p:cNvSpPr txBox="1">
            <a:spLocks noGrp="1"/>
          </p:cNvSpPr>
          <p:nvPr>
            <p:ph type="body" sz="quarter" idx="22"/>
          </p:nvPr>
        </p:nvSpPr>
        <p:spPr>
          <a:xfrm>
            <a:off x="1270000" y="4254500"/>
            <a:ext cx="10464800" cy="7112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ClrTx/>
              <a:buSzTx/>
              <a:buFontTx/>
              <a:buNone/>
            </a:lvl1pPr>
          </a:lstStyle>
          <a:p>
            <a:r>
              <a:t>« Saisissez une citation ici. » </a:t>
            </a:r>
          </a:p>
        </p:txBody>
      </p:sp>
      <p:sp>
        <p:nvSpPr>
          <p:cNvPr id="109" name="Numéro de diapositiv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‹N°›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Image"/>
          <p:cNvSpPr>
            <a:spLocks noGrp="1"/>
          </p:cNvSpPr>
          <p:nvPr>
            <p:ph type="pic" idx="21"/>
          </p:nvPr>
        </p:nvSpPr>
        <p:spPr>
          <a:xfrm>
            <a:off x="-901700" y="-127000"/>
            <a:ext cx="14211300" cy="9997255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17" name="Numéro de diapositiv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‹N°›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Vie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Numéro de diapositiv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‹N°›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re et puces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Ligne"/>
          <p:cNvSpPr/>
          <p:nvPr/>
        </p:nvSpPr>
        <p:spPr>
          <a:xfrm>
            <a:off x="2006599" y="2847974"/>
            <a:ext cx="8997971" cy="1"/>
          </a:xfrm>
          <a:prstGeom prst="line">
            <a:avLst/>
          </a:prstGeom>
          <a:ln w="3175">
            <a:solidFill>
              <a:srgbClr val="444444">
                <a:alpha val="30000"/>
              </a:srgbClr>
            </a:solidFill>
            <a:miter lim="400000"/>
          </a:ln>
        </p:spPr>
        <p:txBody>
          <a:bodyPr lIns="38100" tIns="38100" rIns="38100" bIns="38100" anchor="ctr"/>
          <a:lstStyle/>
          <a:p>
            <a:pPr algn="l" defTabSz="457200">
              <a:defRPr sz="11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32" name="Ligne"/>
          <p:cNvSpPr/>
          <p:nvPr/>
        </p:nvSpPr>
        <p:spPr>
          <a:xfrm>
            <a:off x="2006599" y="1695449"/>
            <a:ext cx="8997971" cy="1"/>
          </a:xfrm>
          <a:prstGeom prst="line">
            <a:avLst/>
          </a:prstGeom>
          <a:ln w="3175">
            <a:solidFill>
              <a:srgbClr val="444444">
                <a:alpha val="30000"/>
              </a:srgbClr>
            </a:solidFill>
            <a:miter lim="400000"/>
          </a:ln>
        </p:spPr>
        <p:txBody>
          <a:bodyPr lIns="38100" tIns="38100" rIns="38100" bIns="38100" anchor="ctr"/>
          <a:lstStyle/>
          <a:p>
            <a:pPr algn="l" defTabSz="457200">
              <a:defRPr sz="11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33" name="Texte du titre"/>
          <p:cNvSpPr txBox="1">
            <a:spLocks noGrp="1"/>
          </p:cNvSpPr>
          <p:nvPr>
            <p:ph type="title"/>
          </p:nvPr>
        </p:nvSpPr>
        <p:spPr>
          <a:xfrm>
            <a:off x="2006599" y="1819274"/>
            <a:ext cx="8991602" cy="914401"/>
          </a:xfrm>
          <a:prstGeom prst="rect">
            <a:avLst/>
          </a:prstGeom>
        </p:spPr>
        <p:txBody>
          <a:bodyPr lIns="38100" tIns="38100" rIns="38100" bIns="38100"/>
          <a:lstStyle>
            <a:lvl1pPr>
              <a:defRPr sz="6800"/>
            </a:lvl1pPr>
          </a:lstStyle>
          <a:p>
            <a:r>
              <a:t>Texte du titre</a:t>
            </a:r>
          </a:p>
        </p:txBody>
      </p:sp>
      <p:sp>
        <p:nvSpPr>
          <p:cNvPr id="134" name="Texte niveau 1…"/>
          <p:cNvSpPr txBox="1">
            <a:spLocks noGrp="1"/>
          </p:cNvSpPr>
          <p:nvPr>
            <p:ph type="body" sz="half" idx="1"/>
          </p:nvPr>
        </p:nvSpPr>
        <p:spPr>
          <a:xfrm>
            <a:off x="2006599" y="3190875"/>
            <a:ext cx="8991602" cy="4572001"/>
          </a:xfrm>
          <a:prstGeom prst="rect">
            <a:avLst/>
          </a:prstGeom>
        </p:spPr>
        <p:txBody>
          <a:bodyPr lIns="38100" tIns="38100" rIns="38100" bIns="38100"/>
          <a:lstStyle>
            <a:lvl1pPr marL="443794" indent="-443794">
              <a:defRPr sz="3400"/>
            </a:lvl1pPr>
            <a:lvl2pPr marL="913694" indent="-443794">
              <a:defRPr sz="3400"/>
            </a:lvl2pPr>
            <a:lvl3pPr marL="1383594" indent="-443794">
              <a:defRPr sz="3400"/>
            </a:lvl3pPr>
            <a:lvl4pPr marL="1853494" indent="-443794">
              <a:defRPr sz="3400"/>
            </a:lvl4pPr>
            <a:lvl5pPr marL="2323394" indent="-443794">
              <a:defRPr sz="3400"/>
            </a:lvl5pPr>
          </a:lstStyle>
          <a:p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135" name="Numéro de diapositive"/>
          <p:cNvSpPr txBox="1">
            <a:spLocks noGrp="1"/>
          </p:cNvSpPr>
          <p:nvPr>
            <p:ph type="sldNum" sz="quarter" idx="2"/>
          </p:nvPr>
        </p:nvSpPr>
        <p:spPr>
          <a:xfrm>
            <a:off x="6351587" y="8162925"/>
            <a:ext cx="292101" cy="330200"/>
          </a:xfrm>
          <a:prstGeom prst="rect">
            <a:avLst/>
          </a:prstGeom>
        </p:spPr>
        <p:txBody>
          <a:bodyPr lIns="38100" tIns="38100" rIns="38100" bIns="38100"/>
          <a:lstStyle>
            <a:lvl1pPr>
              <a:defRPr sz="1600"/>
            </a:lvl1pPr>
          </a:lstStyle>
          <a:p>
            <a:fld id="{86CB4B4D-7CA3-9044-876B-883B54F8677D}" type="slidenum">
              <a:rPr/>
              <a:pPr/>
              <a:t>‹N°›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idx="10"/>
          </p:nvPr>
        </p:nvSpPr>
        <p:spPr>
          <a:xfrm>
            <a:off x="6237966" y="9258300"/>
            <a:ext cx="516168" cy="379591"/>
          </a:xfrm>
        </p:spPr>
        <p:txBody>
          <a:bodyPr/>
          <a:lstStyle>
            <a:lvl1pPr>
              <a:defRPr/>
            </a:lvl1pPr>
          </a:lstStyle>
          <a:p>
            <a:fld id="{75C07AC0-5508-4CE6-BF7E-34C32D9F5250}" type="slidenum">
              <a:rPr lang="en-GB"/>
              <a:pPr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27033527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6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gne"/>
          <p:cNvSpPr/>
          <p:nvPr/>
        </p:nvSpPr>
        <p:spPr>
          <a:xfrm>
            <a:off x="508000" y="2171700"/>
            <a:ext cx="11997292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3" name="Ligne"/>
          <p:cNvSpPr/>
          <p:nvPr/>
        </p:nvSpPr>
        <p:spPr>
          <a:xfrm>
            <a:off x="508000" y="635000"/>
            <a:ext cx="11997292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4" name="Texte du titre"/>
          <p:cNvSpPr txBox="1">
            <a:spLocks noGrp="1"/>
          </p:cNvSpPr>
          <p:nvPr>
            <p:ph type="title"/>
          </p:nvPr>
        </p:nvSpPr>
        <p:spPr>
          <a:xfrm>
            <a:off x="508000" y="3276600"/>
            <a:ext cx="11988800" cy="1219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Texte du titre</a:t>
            </a:r>
          </a:p>
        </p:txBody>
      </p:sp>
      <p:sp>
        <p:nvSpPr>
          <p:cNvPr id="5" name="Texte niveau 1…"/>
          <p:cNvSpPr txBox="1">
            <a:spLocks noGrp="1"/>
          </p:cNvSpPr>
          <p:nvPr>
            <p:ph type="body" idx="1"/>
          </p:nvPr>
        </p:nvSpPr>
        <p:spPr>
          <a:xfrm>
            <a:off x="508000" y="2628900"/>
            <a:ext cx="11988800" cy="6096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6" name="Numéro de diapositive"/>
          <p:cNvSpPr txBox="1">
            <a:spLocks noGrp="1"/>
          </p:cNvSpPr>
          <p:nvPr>
            <p:ph type="sldNum" sz="quarter" idx="2"/>
          </p:nvPr>
        </p:nvSpPr>
        <p:spPr>
          <a:xfrm>
            <a:off x="6324599" y="9258300"/>
            <a:ext cx="342901" cy="4064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1800">
                <a:solidFill>
                  <a:srgbClr val="4C4946"/>
                </a:solidFill>
              </a:defRPr>
            </a:lvl1pPr>
          </a:lstStyle>
          <a:p>
            <a:fld id="{86CB4B4D-7CA3-9044-876B-883B54F8677D}" type="slidenum">
              <a:rPr/>
              <a:pPr/>
              <a:t>‹N°›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ransition spd="med"/>
  <p:hf sldNum="0" hdr="0" ftr="0" dt="0"/>
  <p:txStyles>
    <p:titleStyle>
      <a:lvl1pPr marL="0" marR="0" indent="0" algn="ctr" defTabSz="584200" rtl="0" latinLnBrk="0">
        <a:lnSpc>
          <a:spcPct val="90000"/>
        </a:lnSpc>
        <a:spcBef>
          <a:spcPts val="1600"/>
        </a:spcBef>
        <a:spcAft>
          <a:spcPts val="0"/>
        </a:spcAft>
        <a:buClrTx/>
        <a:buSzTx/>
        <a:buFontTx/>
        <a:buNone/>
        <a:tabLst/>
        <a:defRPr sz="7000" b="0" i="0" u="none" strike="noStrike" cap="none" spc="0" baseline="0">
          <a:solidFill>
            <a:srgbClr val="D93E2B"/>
          </a:solidFill>
          <a:uFillTx/>
          <a:latin typeface="+mn-lt"/>
          <a:ea typeface="+mn-ea"/>
          <a:cs typeface="+mn-cs"/>
          <a:sym typeface="Bodoni SvtyTwo ITC TT-Book"/>
        </a:defRPr>
      </a:lvl1pPr>
      <a:lvl2pPr marL="0" marR="0" indent="228600" algn="ctr" defTabSz="584200" rtl="0" latinLnBrk="0">
        <a:lnSpc>
          <a:spcPct val="90000"/>
        </a:lnSpc>
        <a:spcBef>
          <a:spcPts val="1600"/>
        </a:spcBef>
        <a:spcAft>
          <a:spcPts val="0"/>
        </a:spcAft>
        <a:buClrTx/>
        <a:buSzTx/>
        <a:buFontTx/>
        <a:buNone/>
        <a:tabLst/>
        <a:defRPr sz="7000" b="0" i="0" u="none" strike="noStrike" cap="none" spc="0" baseline="0">
          <a:solidFill>
            <a:srgbClr val="D93E2B"/>
          </a:solidFill>
          <a:uFillTx/>
          <a:latin typeface="+mn-lt"/>
          <a:ea typeface="+mn-ea"/>
          <a:cs typeface="+mn-cs"/>
          <a:sym typeface="Bodoni SvtyTwo ITC TT-Book"/>
        </a:defRPr>
      </a:lvl2pPr>
      <a:lvl3pPr marL="0" marR="0" indent="457200" algn="ctr" defTabSz="584200" rtl="0" latinLnBrk="0">
        <a:lnSpc>
          <a:spcPct val="90000"/>
        </a:lnSpc>
        <a:spcBef>
          <a:spcPts val="1600"/>
        </a:spcBef>
        <a:spcAft>
          <a:spcPts val="0"/>
        </a:spcAft>
        <a:buClrTx/>
        <a:buSzTx/>
        <a:buFontTx/>
        <a:buNone/>
        <a:tabLst/>
        <a:defRPr sz="7000" b="0" i="0" u="none" strike="noStrike" cap="none" spc="0" baseline="0">
          <a:solidFill>
            <a:srgbClr val="D93E2B"/>
          </a:solidFill>
          <a:uFillTx/>
          <a:latin typeface="+mn-lt"/>
          <a:ea typeface="+mn-ea"/>
          <a:cs typeface="+mn-cs"/>
          <a:sym typeface="Bodoni SvtyTwo ITC TT-Book"/>
        </a:defRPr>
      </a:lvl3pPr>
      <a:lvl4pPr marL="0" marR="0" indent="685800" algn="ctr" defTabSz="584200" rtl="0" latinLnBrk="0">
        <a:lnSpc>
          <a:spcPct val="90000"/>
        </a:lnSpc>
        <a:spcBef>
          <a:spcPts val="1600"/>
        </a:spcBef>
        <a:spcAft>
          <a:spcPts val="0"/>
        </a:spcAft>
        <a:buClrTx/>
        <a:buSzTx/>
        <a:buFontTx/>
        <a:buNone/>
        <a:tabLst/>
        <a:defRPr sz="7000" b="0" i="0" u="none" strike="noStrike" cap="none" spc="0" baseline="0">
          <a:solidFill>
            <a:srgbClr val="D93E2B"/>
          </a:solidFill>
          <a:uFillTx/>
          <a:latin typeface="+mn-lt"/>
          <a:ea typeface="+mn-ea"/>
          <a:cs typeface="+mn-cs"/>
          <a:sym typeface="Bodoni SvtyTwo ITC TT-Book"/>
        </a:defRPr>
      </a:lvl4pPr>
      <a:lvl5pPr marL="0" marR="0" indent="914400" algn="ctr" defTabSz="584200" rtl="0" latinLnBrk="0">
        <a:lnSpc>
          <a:spcPct val="90000"/>
        </a:lnSpc>
        <a:spcBef>
          <a:spcPts val="1600"/>
        </a:spcBef>
        <a:spcAft>
          <a:spcPts val="0"/>
        </a:spcAft>
        <a:buClrTx/>
        <a:buSzTx/>
        <a:buFontTx/>
        <a:buNone/>
        <a:tabLst/>
        <a:defRPr sz="7000" b="0" i="0" u="none" strike="noStrike" cap="none" spc="0" baseline="0">
          <a:solidFill>
            <a:srgbClr val="D93E2B"/>
          </a:solidFill>
          <a:uFillTx/>
          <a:latin typeface="+mn-lt"/>
          <a:ea typeface="+mn-ea"/>
          <a:cs typeface="+mn-cs"/>
          <a:sym typeface="Bodoni SvtyTwo ITC TT-Book"/>
        </a:defRPr>
      </a:lvl5pPr>
      <a:lvl6pPr marL="0" marR="0" indent="1143000" algn="ctr" defTabSz="584200" rtl="0" latinLnBrk="0">
        <a:lnSpc>
          <a:spcPct val="90000"/>
        </a:lnSpc>
        <a:spcBef>
          <a:spcPts val="1600"/>
        </a:spcBef>
        <a:spcAft>
          <a:spcPts val="0"/>
        </a:spcAft>
        <a:buClrTx/>
        <a:buSzTx/>
        <a:buFontTx/>
        <a:buNone/>
        <a:tabLst/>
        <a:defRPr sz="7000" b="0" i="0" u="none" strike="noStrike" cap="none" spc="0" baseline="0">
          <a:solidFill>
            <a:srgbClr val="D93E2B"/>
          </a:solidFill>
          <a:uFillTx/>
          <a:latin typeface="+mn-lt"/>
          <a:ea typeface="+mn-ea"/>
          <a:cs typeface="+mn-cs"/>
          <a:sym typeface="Bodoni SvtyTwo ITC TT-Book"/>
        </a:defRPr>
      </a:lvl6pPr>
      <a:lvl7pPr marL="0" marR="0" indent="1371600" algn="ctr" defTabSz="584200" rtl="0" latinLnBrk="0">
        <a:lnSpc>
          <a:spcPct val="90000"/>
        </a:lnSpc>
        <a:spcBef>
          <a:spcPts val="1600"/>
        </a:spcBef>
        <a:spcAft>
          <a:spcPts val="0"/>
        </a:spcAft>
        <a:buClrTx/>
        <a:buSzTx/>
        <a:buFontTx/>
        <a:buNone/>
        <a:tabLst/>
        <a:defRPr sz="7000" b="0" i="0" u="none" strike="noStrike" cap="none" spc="0" baseline="0">
          <a:solidFill>
            <a:srgbClr val="D93E2B"/>
          </a:solidFill>
          <a:uFillTx/>
          <a:latin typeface="+mn-lt"/>
          <a:ea typeface="+mn-ea"/>
          <a:cs typeface="+mn-cs"/>
          <a:sym typeface="Bodoni SvtyTwo ITC TT-Book"/>
        </a:defRPr>
      </a:lvl7pPr>
      <a:lvl8pPr marL="0" marR="0" indent="1600200" algn="ctr" defTabSz="584200" rtl="0" latinLnBrk="0">
        <a:lnSpc>
          <a:spcPct val="90000"/>
        </a:lnSpc>
        <a:spcBef>
          <a:spcPts val="1600"/>
        </a:spcBef>
        <a:spcAft>
          <a:spcPts val="0"/>
        </a:spcAft>
        <a:buClrTx/>
        <a:buSzTx/>
        <a:buFontTx/>
        <a:buNone/>
        <a:tabLst/>
        <a:defRPr sz="7000" b="0" i="0" u="none" strike="noStrike" cap="none" spc="0" baseline="0">
          <a:solidFill>
            <a:srgbClr val="D93E2B"/>
          </a:solidFill>
          <a:uFillTx/>
          <a:latin typeface="+mn-lt"/>
          <a:ea typeface="+mn-ea"/>
          <a:cs typeface="+mn-cs"/>
          <a:sym typeface="Bodoni SvtyTwo ITC TT-Book"/>
        </a:defRPr>
      </a:lvl8pPr>
      <a:lvl9pPr marL="0" marR="0" indent="1828800" algn="ctr" defTabSz="584200" rtl="0" latinLnBrk="0">
        <a:lnSpc>
          <a:spcPct val="90000"/>
        </a:lnSpc>
        <a:spcBef>
          <a:spcPts val="1600"/>
        </a:spcBef>
        <a:spcAft>
          <a:spcPts val="0"/>
        </a:spcAft>
        <a:buClrTx/>
        <a:buSzTx/>
        <a:buFontTx/>
        <a:buNone/>
        <a:tabLst/>
        <a:defRPr sz="7000" b="0" i="0" u="none" strike="noStrike" cap="none" spc="0" baseline="0">
          <a:solidFill>
            <a:srgbClr val="D93E2B"/>
          </a:solidFill>
          <a:uFillTx/>
          <a:latin typeface="+mn-lt"/>
          <a:ea typeface="+mn-ea"/>
          <a:cs typeface="+mn-cs"/>
          <a:sym typeface="Bodoni SvtyTwo ITC TT-Book"/>
        </a:defRPr>
      </a:lvl9pPr>
    </p:titleStyle>
    <p:bodyStyle>
      <a:lvl1pPr marL="469900" marR="0" indent="-469900" algn="l" defTabSz="5842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929292"/>
        </a:buClr>
        <a:buSzPct val="60000"/>
        <a:buFont typeface="Zapf Dingbats"/>
        <a:buChar char="❖"/>
        <a:tabLst/>
        <a:defRPr sz="3600" b="0" i="0" u="none" strike="noStrike" cap="none" spc="0" baseline="0">
          <a:solidFill>
            <a:srgbClr val="414141"/>
          </a:solidFill>
          <a:uFillTx/>
          <a:latin typeface="Palatino"/>
          <a:ea typeface="Palatino"/>
          <a:cs typeface="Palatino"/>
          <a:sym typeface="Palatino"/>
        </a:defRPr>
      </a:lvl1pPr>
      <a:lvl2pPr marL="939800" marR="0" indent="-469900" algn="l" defTabSz="5842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929292"/>
        </a:buClr>
        <a:buSzPct val="60000"/>
        <a:buFont typeface="Zapf Dingbats"/>
        <a:buChar char="❖"/>
        <a:tabLst/>
        <a:defRPr sz="3600" b="0" i="0" u="none" strike="noStrike" cap="none" spc="0" baseline="0">
          <a:solidFill>
            <a:srgbClr val="414141"/>
          </a:solidFill>
          <a:uFillTx/>
          <a:latin typeface="Palatino"/>
          <a:ea typeface="Palatino"/>
          <a:cs typeface="Palatino"/>
          <a:sym typeface="Palatino"/>
        </a:defRPr>
      </a:lvl2pPr>
      <a:lvl3pPr marL="1409700" marR="0" indent="-469900" algn="l" defTabSz="5842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929292"/>
        </a:buClr>
        <a:buSzPct val="60000"/>
        <a:buFont typeface="Zapf Dingbats"/>
        <a:buChar char="❖"/>
        <a:tabLst/>
        <a:defRPr sz="3600" b="0" i="0" u="none" strike="noStrike" cap="none" spc="0" baseline="0">
          <a:solidFill>
            <a:srgbClr val="414141"/>
          </a:solidFill>
          <a:uFillTx/>
          <a:latin typeface="Palatino"/>
          <a:ea typeface="Palatino"/>
          <a:cs typeface="Palatino"/>
          <a:sym typeface="Palatino"/>
        </a:defRPr>
      </a:lvl3pPr>
      <a:lvl4pPr marL="1879600" marR="0" indent="-469900" algn="l" defTabSz="5842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929292"/>
        </a:buClr>
        <a:buSzPct val="60000"/>
        <a:buFont typeface="Zapf Dingbats"/>
        <a:buChar char="❖"/>
        <a:tabLst/>
        <a:defRPr sz="3600" b="0" i="0" u="none" strike="noStrike" cap="none" spc="0" baseline="0">
          <a:solidFill>
            <a:srgbClr val="414141"/>
          </a:solidFill>
          <a:uFillTx/>
          <a:latin typeface="Palatino"/>
          <a:ea typeface="Palatino"/>
          <a:cs typeface="Palatino"/>
          <a:sym typeface="Palatino"/>
        </a:defRPr>
      </a:lvl4pPr>
      <a:lvl5pPr marL="2349500" marR="0" indent="-469900" algn="l" defTabSz="5842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929292"/>
        </a:buClr>
        <a:buSzPct val="60000"/>
        <a:buFont typeface="Zapf Dingbats"/>
        <a:buChar char="❖"/>
        <a:tabLst/>
        <a:defRPr sz="3600" b="0" i="0" u="none" strike="noStrike" cap="none" spc="0" baseline="0">
          <a:solidFill>
            <a:srgbClr val="414141"/>
          </a:solidFill>
          <a:uFillTx/>
          <a:latin typeface="Palatino"/>
          <a:ea typeface="Palatino"/>
          <a:cs typeface="Palatino"/>
          <a:sym typeface="Palatino"/>
        </a:defRPr>
      </a:lvl5pPr>
      <a:lvl6pPr marL="2819400" marR="0" indent="-469900" algn="l" defTabSz="5842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929292"/>
        </a:buClr>
        <a:buSzPct val="60000"/>
        <a:buFont typeface="Zapf Dingbats"/>
        <a:buChar char="❖"/>
        <a:tabLst/>
        <a:defRPr sz="3600" b="0" i="0" u="none" strike="noStrike" cap="none" spc="0" baseline="0">
          <a:solidFill>
            <a:srgbClr val="414141"/>
          </a:solidFill>
          <a:uFillTx/>
          <a:latin typeface="Palatino"/>
          <a:ea typeface="Palatino"/>
          <a:cs typeface="Palatino"/>
          <a:sym typeface="Palatino"/>
        </a:defRPr>
      </a:lvl6pPr>
      <a:lvl7pPr marL="3289300" marR="0" indent="-469900" algn="l" defTabSz="5842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929292"/>
        </a:buClr>
        <a:buSzPct val="60000"/>
        <a:buFont typeface="Zapf Dingbats"/>
        <a:buChar char="❖"/>
        <a:tabLst/>
        <a:defRPr sz="3600" b="0" i="0" u="none" strike="noStrike" cap="none" spc="0" baseline="0">
          <a:solidFill>
            <a:srgbClr val="414141"/>
          </a:solidFill>
          <a:uFillTx/>
          <a:latin typeface="Palatino"/>
          <a:ea typeface="Palatino"/>
          <a:cs typeface="Palatino"/>
          <a:sym typeface="Palatino"/>
        </a:defRPr>
      </a:lvl7pPr>
      <a:lvl8pPr marL="3759200" marR="0" indent="-469900" algn="l" defTabSz="5842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929292"/>
        </a:buClr>
        <a:buSzPct val="60000"/>
        <a:buFont typeface="Zapf Dingbats"/>
        <a:buChar char="❖"/>
        <a:tabLst/>
        <a:defRPr sz="3600" b="0" i="0" u="none" strike="noStrike" cap="none" spc="0" baseline="0">
          <a:solidFill>
            <a:srgbClr val="414141"/>
          </a:solidFill>
          <a:uFillTx/>
          <a:latin typeface="Palatino"/>
          <a:ea typeface="Palatino"/>
          <a:cs typeface="Palatino"/>
          <a:sym typeface="Palatino"/>
        </a:defRPr>
      </a:lvl8pPr>
      <a:lvl9pPr marL="4229100" marR="0" indent="-469900" algn="l" defTabSz="5842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929292"/>
        </a:buClr>
        <a:buSzPct val="60000"/>
        <a:buFont typeface="Zapf Dingbats"/>
        <a:buChar char="❖"/>
        <a:tabLst/>
        <a:defRPr sz="3600" b="0" i="0" u="none" strike="noStrike" cap="none" spc="0" baseline="0">
          <a:solidFill>
            <a:srgbClr val="414141"/>
          </a:solidFill>
          <a:uFillTx/>
          <a:latin typeface="Palatino"/>
          <a:ea typeface="Palatino"/>
          <a:cs typeface="Palatino"/>
          <a:sym typeface="Palatino"/>
        </a:defRPr>
      </a:lvl9pPr>
    </p:bodyStyle>
    <p:otherStyle>
      <a:lvl1pPr marL="0" marR="0" indent="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alatino"/>
        </a:defRPr>
      </a:lvl1pPr>
      <a:lvl2pPr marL="0" marR="0" indent="228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alatino"/>
        </a:defRPr>
      </a:lvl2pPr>
      <a:lvl3pPr marL="0" marR="0" indent="457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alatino"/>
        </a:defRPr>
      </a:lvl3pPr>
      <a:lvl4pPr marL="0" marR="0" indent="685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alatino"/>
        </a:defRPr>
      </a:lvl4pPr>
      <a:lvl5pPr marL="0" marR="0" indent="9144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alatino"/>
        </a:defRPr>
      </a:lvl5pPr>
      <a:lvl6pPr marL="0" marR="0" indent="11430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alatino"/>
        </a:defRPr>
      </a:lvl6pPr>
      <a:lvl7pPr marL="0" marR="0" indent="1371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alatino"/>
        </a:defRPr>
      </a:lvl7pPr>
      <a:lvl8pPr marL="0" marR="0" indent="1600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alatino"/>
        </a:defRPr>
      </a:lvl8pPr>
      <a:lvl9pPr marL="0" marR="0" indent="1828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alatino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hemeOverride" Target="../theme/themeOverrid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hemeOverride" Target="../theme/themeOverrid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hemeOverride" Target="../theme/themeOverrid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4.xml"/><Relationship Id="rId1" Type="http://schemas.openxmlformats.org/officeDocument/2006/relationships/themeOverride" Target="../theme/themeOverride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14.xml"/><Relationship Id="rId1" Type="http://schemas.openxmlformats.org/officeDocument/2006/relationships/themeOverride" Target="../theme/themeOverride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hemeOverride" Target="../theme/themeOverride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14.xml"/><Relationship Id="rId1" Type="http://schemas.openxmlformats.org/officeDocument/2006/relationships/themeOverride" Target="../theme/themeOverride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hemeOverride" Target="../theme/themeOverride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hemeOverride" Target="../theme/themeOverride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hemeOverride" Target="../theme/themeOverride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hemeOverride" Target="../theme/themeOverride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14.xml"/><Relationship Id="rId1" Type="http://schemas.openxmlformats.org/officeDocument/2006/relationships/themeOverride" Target="../theme/themeOverride12.xml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hemeOverride" Target="../theme/themeOverride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14.xml"/><Relationship Id="rId1" Type="http://schemas.openxmlformats.org/officeDocument/2006/relationships/themeOverride" Target="../theme/themeOverride14.xml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hemeOverride" Target="../theme/themeOverride1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14.xml"/><Relationship Id="rId1" Type="http://schemas.openxmlformats.org/officeDocument/2006/relationships/themeOverride" Target="../theme/themeOverride16.xml"/><Relationship Id="rId4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14.xml"/><Relationship Id="rId1" Type="http://schemas.openxmlformats.org/officeDocument/2006/relationships/themeOverride" Target="../theme/themeOverride17.xml"/><Relationship Id="rId4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slideLayout" Target="../slideLayouts/slideLayout14.xml"/><Relationship Id="rId1" Type="http://schemas.openxmlformats.org/officeDocument/2006/relationships/themeOverride" Target="../theme/themeOverride18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14.xml"/><Relationship Id="rId1" Type="http://schemas.openxmlformats.org/officeDocument/2006/relationships/themeOverride" Target="../theme/themeOverride19.xml"/><Relationship Id="rId4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hemeOverride" Target="../theme/themeOverride20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Administration &amp; Sécurité des Systèmes d’Exploitation"/>
          <p:cNvSpPr txBox="1">
            <a:spLocks noGrp="1"/>
          </p:cNvSpPr>
          <p:nvPr>
            <p:ph type="title"/>
          </p:nvPr>
        </p:nvSpPr>
        <p:spPr>
          <a:xfrm>
            <a:off x="508000" y="3212766"/>
            <a:ext cx="11988800" cy="2413001"/>
          </a:xfrm>
          <a:prstGeom prst="rect">
            <a:avLst/>
          </a:prstGeom>
        </p:spPr>
        <p:txBody>
          <a:bodyPr/>
          <a:lstStyle>
            <a:lvl1pPr defTabSz="812800"/>
          </a:lstStyle>
          <a:p>
            <a:r>
              <a:rPr lang="fr-FR" dirty="0"/>
              <a:t>Module : Système et </a:t>
            </a:r>
            <a:r>
              <a:rPr lang="fr-FR" dirty="0" smtClean="0"/>
              <a:t>Scripting</a:t>
            </a:r>
            <a:endParaRPr dirty="0"/>
          </a:p>
        </p:txBody>
      </p:sp>
      <p:sp>
        <p:nvSpPr>
          <p:cNvPr id="146" name="Année Universitaire…"/>
          <p:cNvSpPr txBox="1">
            <a:spLocks noGrp="1"/>
          </p:cNvSpPr>
          <p:nvPr>
            <p:ph type="body" sz="quarter" idx="4294967295"/>
          </p:nvPr>
        </p:nvSpPr>
        <p:spPr>
          <a:xfrm>
            <a:off x="4495466" y="5784033"/>
            <a:ext cx="4241801" cy="2413001"/>
          </a:xfrm>
          <a:prstGeom prst="rect">
            <a:avLst/>
          </a:prstGeom>
        </p:spPr>
        <p:txBody>
          <a:bodyPr/>
          <a:lstStyle/>
          <a:p>
            <a:pPr marL="0" indent="0" algn="ctr">
              <a:spcBef>
                <a:spcPts val="0"/>
              </a:spcBef>
              <a:buClrTx/>
              <a:buSzTx/>
              <a:buFontTx/>
              <a:buNone/>
              <a:defRPr sz="2400" b="1"/>
            </a:pPr>
            <a:r>
              <a:t>Année Universitaire </a:t>
            </a:r>
          </a:p>
          <a:p>
            <a:pPr marL="0" indent="0" algn="ctr">
              <a:spcBef>
                <a:spcPts val="0"/>
              </a:spcBef>
              <a:buClrTx/>
              <a:buSzTx/>
              <a:buFontTx/>
              <a:buNone/>
              <a:defRPr sz="2400"/>
            </a:pPr>
            <a:r>
              <a:t>2020-2021  </a:t>
            </a:r>
          </a:p>
        </p:txBody>
      </p:sp>
      <p:sp>
        <p:nvSpPr>
          <p:cNvPr id="147" name="Ligne"/>
          <p:cNvSpPr/>
          <p:nvPr/>
        </p:nvSpPr>
        <p:spPr>
          <a:xfrm>
            <a:off x="341224" y="3127464"/>
            <a:ext cx="12322353" cy="1"/>
          </a:xfrm>
          <a:prstGeom prst="line">
            <a:avLst/>
          </a:prstGeom>
          <a:ln w="12700">
            <a:solidFill>
              <a:srgbClr val="C0C0C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3200"/>
            </a:pPr>
            <a:endParaRPr/>
          </a:p>
        </p:txBody>
      </p:sp>
      <p:sp>
        <p:nvSpPr>
          <p:cNvPr id="148" name="Ligne"/>
          <p:cNvSpPr/>
          <p:nvPr/>
        </p:nvSpPr>
        <p:spPr>
          <a:xfrm>
            <a:off x="341224" y="5711067"/>
            <a:ext cx="12322352" cy="1"/>
          </a:xfrm>
          <a:prstGeom prst="line">
            <a:avLst/>
          </a:prstGeom>
          <a:ln w="12700">
            <a:solidFill>
              <a:srgbClr val="C0C0C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3200"/>
            </a:pPr>
            <a:endParaRPr/>
          </a:p>
        </p:txBody>
      </p:sp>
      <p:pic>
        <p:nvPicPr>
          <p:cNvPr id="149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9973" y="489406"/>
            <a:ext cx="4464854" cy="165268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nification &amp; Information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Planification &amp; Informations</a:t>
            </a:r>
          </a:p>
        </p:txBody>
      </p:sp>
      <p:sp>
        <p:nvSpPr>
          <p:cNvPr id="156" name="Chapitre 1 : Introduction &amp; Commandes de bas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algn="just"/>
            <a:r>
              <a:rPr b="1" u="sng" dirty="0" err="1">
                <a:solidFill>
                  <a:srgbClr val="011993"/>
                </a:solidFill>
              </a:rPr>
              <a:t>Chapitre</a:t>
            </a:r>
            <a:r>
              <a:rPr b="1" u="sng" dirty="0">
                <a:solidFill>
                  <a:srgbClr val="011993"/>
                </a:solidFill>
              </a:rPr>
              <a:t> 1</a:t>
            </a:r>
            <a:r>
              <a:rPr dirty="0"/>
              <a:t> : </a:t>
            </a:r>
            <a:r>
              <a:rPr lang="fr-FR" dirty="0" smtClean="0"/>
              <a:t> </a:t>
            </a:r>
            <a:r>
              <a:rPr dirty="0" smtClean="0"/>
              <a:t>Introduction </a:t>
            </a:r>
            <a:r>
              <a:rPr dirty="0"/>
              <a:t>&amp; </a:t>
            </a:r>
            <a:r>
              <a:rPr dirty="0" err="1"/>
              <a:t>Commandes</a:t>
            </a:r>
            <a:r>
              <a:rPr dirty="0"/>
              <a:t> de base</a:t>
            </a:r>
          </a:p>
          <a:p>
            <a:pPr algn="just"/>
            <a:r>
              <a:rPr b="1" u="sng" dirty="0" err="1">
                <a:solidFill>
                  <a:srgbClr val="011993"/>
                </a:solidFill>
              </a:rPr>
              <a:t>Chapitre</a:t>
            </a:r>
            <a:r>
              <a:rPr b="1" u="sng" dirty="0">
                <a:solidFill>
                  <a:srgbClr val="011993"/>
                </a:solidFill>
              </a:rPr>
              <a:t> 2</a:t>
            </a:r>
            <a:r>
              <a:rPr dirty="0"/>
              <a:t> :  </a:t>
            </a:r>
            <a:r>
              <a:rPr dirty="0" err="1"/>
              <a:t>Langage</a:t>
            </a:r>
            <a:r>
              <a:rPr dirty="0"/>
              <a:t> de </a:t>
            </a:r>
            <a:r>
              <a:rPr dirty="0" err="1"/>
              <a:t>programmation</a:t>
            </a:r>
            <a:r>
              <a:rPr dirty="0"/>
              <a:t> Shell</a:t>
            </a:r>
            <a:r>
              <a:rPr sz="1200" dirty="0">
                <a:latin typeface="Times Roman"/>
                <a:ea typeface="Times Roman"/>
                <a:cs typeface="Times Roman"/>
                <a:sym typeface="Times Roman"/>
              </a:rPr>
              <a:t> </a:t>
            </a:r>
          </a:p>
          <a:p>
            <a:pPr algn="just"/>
            <a:r>
              <a:rPr b="1" u="sng" dirty="0" err="1">
                <a:solidFill>
                  <a:srgbClr val="011993"/>
                </a:solidFill>
              </a:rPr>
              <a:t>Chapitre</a:t>
            </a:r>
            <a:r>
              <a:rPr b="1" u="sng" dirty="0">
                <a:solidFill>
                  <a:srgbClr val="011993"/>
                </a:solidFill>
              </a:rPr>
              <a:t> 3</a:t>
            </a:r>
            <a:r>
              <a:rPr b="1" dirty="0"/>
              <a:t> </a:t>
            </a:r>
            <a:r>
              <a:rPr dirty="0"/>
              <a:t>: </a:t>
            </a:r>
            <a:r>
              <a:rPr lang="fr-FR" dirty="0" smtClean="0"/>
              <a:t> </a:t>
            </a:r>
            <a:r>
              <a:rPr dirty="0" smtClean="0"/>
              <a:t>Conditions </a:t>
            </a:r>
            <a:r>
              <a:rPr dirty="0"/>
              <a:t>&amp; </a:t>
            </a:r>
            <a:r>
              <a:rPr dirty="0" err="1"/>
              <a:t>Boucles</a:t>
            </a:r>
            <a:r>
              <a:rPr dirty="0"/>
              <a:t> en Shell </a:t>
            </a:r>
          </a:p>
          <a:p>
            <a:pPr algn="just"/>
            <a:r>
              <a:rPr b="1" u="sng" dirty="0" err="1">
                <a:solidFill>
                  <a:srgbClr val="011993"/>
                </a:solidFill>
              </a:rPr>
              <a:t>Chapitre</a:t>
            </a:r>
            <a:r>
              <a:rPr b="1" u="sng" dirty="0">
                <a:solidFill>
                  <a:srgbClr val="011993"/>
                </a:solidFill>
              </a:rPr>
              <a:t> 4</a:t>
            </a:r>
            <a:r>
              <a:rPr b="1" dirty="0"/>
              <a:t>  : </a:t>
            </a:r>
            <a:r>
              <a:rPr dirty="0"/>
              <a:t>Sous-</a:t>
            </a:r>
            <a:r>
              <a:rPr dirty="0" err="1"/>
              <a:t>programmes</a:t>
            </a:r>
            <a:r>
              <a:rPr dirty="0"/>
              <a:t> en Shell </a:t>
            </a:r>
          </a:p>
          <a:p>
            <a:pPr algn="just"/>
            <a:r>
              <a:rPr b="1" u="sng" dirty="0" err="1">
                <a:solidFill>
                  <a:srgbClr val="011993"/>
                </a:solidFill>
              </a:rPr>
              <a:t>Chapitre</a:t>
            </a:r>
            <a:r>
              <a:rPr b="1" u="sng" dirty="0">
                <a:solidFill>
                  <a:srgbClr val="011993"/>
                </a:solidFill>
              </a:rPr>
              <a:t> 5</a:t>
            </a:r>
            <a:r>
              <a:rPr b="1" dirty="0"/>
              <a:t>  : </a:t>
            </a:r>
            <a:r>
              <a:rPr dirty="0" err="1"/>
              <a:t>Projet</a:t>
            </a:r>
            <a:r>
              <a:rPr dirty="0"/>
              <a:t> </a:t>
            </a:r>
            <a:r>
              <a:rPr dirty="0" err="1"/>
              <a:t>d’application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xmlns="" val="128256364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stème &amp; Scripting"/>
          <p:cNvSpPr txBox="1">
            <a:spLocks/>
          </p:cNvSpPr>
          <p:nvPr/>
        </p:nvSpPr>
        <p:spPr>
          <a:xfrm>
            <a:off x="714062" y="3668333"/>
            <a:ext cx="7200900" cy="508000"/>
          </a:xfrm>
          <a:prstGeom prst="rect">
            <a:avLst/>
          </a:prstGeom>
        </p:spPr>
        <p:txBody>
          <a:bodyPr/>
          <a:lstStyle>
            <a:lvl1pPr marL="469900" marR="0" indent="-469900" algn="l" defTabSz="584200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929292"/>
              </a:buClr>
              <a:buSzPct val="60000"/>
              <a:buFont typeface="Zapf Dingbats"/>
              <a:buChar char="❖"/>
              <a:tabLst/>
              <a:defRPr sz="3600" b="0" i="0" u="none" strike="noStrike" cap="none" spc="0" baseline="0">
                <a:solidFill>
                  <a:srgbClr val="414141"/>
                </a:solidFill>
                <a:uFillTx/>
                <a:latin typeface="Palatino"/>
                <a:ea typeface="Palatino"/>
                <a:cs typeface="Palatino"/>
                <a:sym typeface="Palatino"/>
              </a:defRPr>
            </a:lvl1pPr>
            <a:lvl2pPr marL="939800" marR="0" indent="-469900" algn="l" defTabSz="584200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929292"/>
              </a:buClr>
              <a:buSzPct val="60000"/>
              <a:buFont typeface="Zapf Dingbats"/>
              <a:buChar char="❖"/>
              <a:tabLst/>
              <a:defRPr sz="3600" b="0" i="0" u="none" strike="noStrike" cap="none" spc="0" baseline="0">
                <a:solidFill>
                  <a:srgbClr val="414141"/>
                </a:solidFill>
                <a:uFillTx/>
                <a:latin typeface="Palatino"/>
                <a:ea typeface="Palatino"/>
                <a:cs typeface="Palatino"/>
                <a:sym typeface="Palatino"/>
              </a:defRPr>
            </a:lvl2pPr>
            <a:lvl3pPr marL="1409700" marR="0" indent="-469900" algn="l" defTabSz="584200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929292"/>
              </a:buClr>
              <a:buSzPct val="60000"/>
              <a:buFont typeface="Zapf Dingbats"/>
              <a:buChar char="❖"/>
              <a:tabLst/>
              <a:defRPr sz="3600" b="0" i="0" u="none" strike="noStrike" cap="none" spc="0" baseline="0">
                <a:solidFill>
                  <a:srgbClr val="414141"/>
                </a:solidFill>
                <a:uFillTx/>
                <a:latin typeface="Palatino"/>
                <a:ea typeface="Palatino"/>
                <a:cs typeface="Palatino"/>
                <a:sym typeface="Palatino"/>
              </a:defRPr>
            </a:lvl3pPr>
            <a:lvl4pPr marL="1879600" marR="0" indent="-469900" algn="l" defTabSz="584200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929292"/>
              </a:buClr>
              <a:buSzPct val="60000"/>
              <a:buFont typeface="Zapf Dingbats"/>
              <a:buChar char="❖"/>
              <a:tabLst/>
              <a:defRPr sz="3600" b="0" i="0" u="none" strike="noStrike" cap="none" spc="0" baseline="0">
                <a:solidFill>
                  <a:srgbClr val="414141"/>
                </a:solidFill>
                <a:uFillTx/>
                <a:latin typeface="Palatino"/>
                <a:ea typeface="Palatino"/>
                <a:cs typeface="Palatino"/>
                <a:sym typeface="Palatino"/>
              </a:defRPr>
            </a:lvl4pPr>
            <a:lvl5pPr marL="2349500" marR="0" indent="-469900" algn="l" defTabSz="584200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929292"/>
              </a:buClr>
              <a:buSzPct val="60000"/>
              <a:buFont typeface="Zapf Dingbats"/>
              <a:buChar char="❖"/>
              <a:tabLst/>
              <a:defRPr sz="3600" b="0" i="0" u="none" strike="noStrike" cap="none" spc="0" baseline="0">
                <a:solidFill>
                  <a:srgbClr val="414141"/>
                </a:solidFill>
                <a:uFillTx/>
                <a:latin typeface="Palatino"/>
                <a:ea typeface="Palatino"/>
                <a:cs typeface="Palatino"/>
                <a:sym typeface="Palatino"/>
              </a:defRPr>
            </a:lvl5pPr>
            <a:lvl6pPr marL="2819400" marR="0" indent="-469900" algn="l" defTabSz="584200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929292"/>
              </a:buClr>
              <a:buSzPct val="60000"/>
              <a:buFont typeface="Zapf Dingbats"/>
              <a:buChar char="❖"/>
              <a:tabLst/>
              <a:defRPr sz="3600" b="0" i="0" u="none" strike="noStrike" cap="none" spc="0" baseline="0">
                <a:solidFill>
                  <a:srgbClr val="414141"/>
                </a:solidFill>
                <a:uFillTx/>
                <a:latin typeface="Palatino"/>
                <a:ea typeface="Palatino"/>
                <a:cs typeface="Palatino"/>
                <a:sym typeface="Palatino"/>
              </a:defRPr>
            </a:lvl6pPr>
            <a:lvl7pPr marL="3289300" marR="0" indent="-469900" algn="l" defTabSz="584200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929292"/>
              </a:buClr>
              <a:buSzPct val="60000"/>
              <a:buFont typeface="Zapf Dingbats"/>
              <a:buChar char="❖"/>
              <a:tabLst/>
              <a:defRPr sz="3600" b="0" i="0" u="none" strike="noStrike" cap="none" spc="0" baseline="0">
                <a:solidFill>
                  <a:srgbClr val="414141"/>
                </a:solidFill>
                <a:uFillTx/>
                <a:latin typeface="Palatino"/>
                <a:ea typeface="Palatino"/>
                <a:cs typeface="Palatino"/>
                <a:sym typeface="Palatino"/>
              </a:defRPr>
            </a:lvl7pPr>
            <a:lvl8pPr marL="3759200" marR="0" indent="-469900" algn="l" defTabSz="584200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929292"/>
              </a:buClr>
              <a:buSzPct val="60000"/>
              <a:buFont typeface="Zapf Dingbats"/>
              <a:buChar char="❖"/>
              <a:tabLst/>
              <a:defRPr sz="3600" b="0" i="0" u="none" strike="noStrike" cap="none" spc="0" baseline="0">
                <a:solidFill>
                  <a:srgbClr val="414141"/>
                </a:solidFill>
                <a:uFillTx/>
                <a:latin typeface="Palatino"/>
                <a:ea typeface="Palatino"/>
                <a:cs typeface="Palatino"/>
                <a:sym typeface="Palatino"/>
              </a:defRPr>
            </a:lvl8pPr>
            <a:lvl9pPr marL="4229100" marR="0" indent="-469900" algn="l" defTabSz="584200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929292"/>
              </a:buClr>
              <a:buSzPct val="60000"/>
              <a:buFont typeface="Zapf Dingbats"/>
              <a:buChar char="❖"/>
              <a:tabLst/>
              <a:defRPr sz="3600" b="0" i="0" u="none" strike="noStrike" cap="none" spc="0" baseline="0">
                <a:solidFill>
                  <a:srgbClr val="414141"/>
                </a:solidFill>
                <a:uFillTx/>
                <a:latin typeface="Palatino"/>
                <a:ea typeface="Palatino"/>
                <a:cs typeface="Palatino"/>
                <a:sym typeface="Palatino"/>
              </a:defRPr>
            </a:lvl9pPr>
          </a:lstStyle>
          <a:p>
            <a:pPr marL="0" indent="0" hangingPunct="1">
              <a:buNone/>
            </a:pPr>
            <a:r>
              <a:rPr lang="fr-FR" sz="2400" i="1" dirty="0"/>
              <a:t>Système &amp; Scripting</a:t>
            </a:r>
          </a:p>
        </p:txBody>
      </p:sp>
      <p:sp>
        <p:nvSpPr>
          <p:cNvPr id="4" name="Chapitre I : Introduction &amp; Commandes de base"/>
          <p:cNvSpPr txBox="1">
            <a:spLocks/>
          </p:cNvSpPr>
          <p:nvPr/>
        </p:nvSpPr>
        <p:spPr>
          <a:xfrm>
            <a:off x="520879" y="4119183"/>
            <a:ext cx="11845075" cy="2413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>
            <a:lvl1pPr marL="0" marR="0" indent="0" algn="ctr" defTabSz="584200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000" b="0" i="0" u="none" strike="noStrike" cap="none" spc="0" baseline="0">
                <a:solidFill>
                  <a:srgbClr val="D93E2B"/>
                </a:solidFill>
                <a:uFillTx/>
                <a:latin typeface="+mn-lt"/>
                <a:ea typeface="+mn-ea"/>
                <a:cs typeface="+mn-cs"/>
                <a:sym typeface="Bodoni SvtyTwo ITC TT-Book"/>
              </a:defRPr>
            </a:lvl1pPr>
            <a:lvl2pPr marL="0" marR="0" indent="228600" algn="ctr" defTabSz="584200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000" b="0" i="0" u="none" strike="noStrike" cap="none" spc="0" baseline="0">
                <a:solidFill>
                  <a:srgbClr val="D93E2B"/>
                </a:solidFill>
                <a:uFillTx/>
                <a:latin typeface="+mn-lt"/>
                <a:ea typeface="+mn-ea"/>
                <a:cs typeface="+mn-cs"/>
                <a:sym typeface="Bodoni SvtyTwo ITC TT-Book"/>
              </a:defRPr>
            </a:lvl2pPr>
            <a:lvl3pPr marL="0" marR="0" indent="457200" algn="ctr" defTabSz="584200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000" b="0" i="0" u="none" strike="noStrike" cap="none" spc="0" baseline="0">
                <a:solidFill>
                  <a:srgbClr val="D93E2B"/>
                </a:solidFill>
                <a:uFillTx/>
                <a:latin typeface="+mn-lt"/>
                <a:ea typeface="+mn-ea"/>
                <a:cs typeface="+mn-cs"/>
                <a:sym typeface="Bodoni SvtyTwo ITC TT-Book"/>
              </a:defRPr>
            </a:lvl3pPr>
            <a:lvl4pPr marL="0" marR="0" indent="685800" algn="ctr" defTabSz="584200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000" b="0" i="0" u="none" strike="noStrike" cap="none" spc="0" baseline="0">
                <a:solidFill>
                  <a:srgbClr val="D93E2B"/>
                </a:solidFill>
                <a:uFillTx/>
                <a:latin typeface="+mn-lt"/>
                <a:ea typeface="+mn-ea"/>
                <a:cs typeface="+mn-cs"/>
                <a:sym typeface="Bodoni SvtyTwo ITC TT-Book"/>
              </a:defRPr>
            </a:lvl4pPr>
            <a:lvl5pPr marL="0" marR="0" indent="914400" algn="ctr" defTabSz="584200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000" b="0" i="0" u="none" strike="noStrike" cap="none" spc="0" baseline="0">
                <a:solidFill>
                  <a:srgbClr val="D93E2B"/>
                </a:solidFill>
                <a:uFillTx/>
                <a:latin typeface="+mn-lt"/>
                <a:ea typeface="+mn-ea"/>
                <a:cs typeface="+mn-cs"/>
                <a:sym typeface="Bodoni SvtyTwo ITC TT-Book"/>
              </a:defRPr>
            </a:lvl5pPr>
            <a:lvl6pPr marL="0" marR="0" indent="1143000" algn="ctr" defTabSz="584200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000" b="0" i="0" u="none" strike="noStrike" cap="none" spc="0" baseline="0">
                <a:solidFill>
                  <a:srgbClr val="D93E2B"/>
                </a:solidFill>
                <a:uFillTx/>
                <a:latin typeface="+mn-lt"/>
                <a:ea typeface="+mn-ea"/>
                <a:cs typeface="+mn-cs"/>
                <a:sym typeface="Bodoni SvtyTwo ITC TT-Book"/>
              </a:defRPr>
            </a:lvl6pPr>
            <a:lvl7pPr marL="0" marR="0" indent="1371600" algn="ctr" defTabSz="584200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000" b="0" i="0" u="none" strike="noStrike" cap="none" spc="0" baseline="0">
                <a:solidFill>
                  <a:srgbClr val="D93E2B"/>
                </a:solidFill>
                <a:uFillTx/>
                <a:latin typeface="+mn-lt"/>
                <a:ea typeface="+mn-ea"/>
                <a:cs typeface="+mn-cs"/>
                <a:sym typeface="Bodoni SvtyTwo ITC TT-Book"/>
              </a:defRPr>
            </a:lvl7pPr>
            <a:lvl8pPr marL="0" marR="0" indent="1600200" algn="ctr" defTabSz="584200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000" b="0" i="0" u="none" strike="noStrike" cap="none" spc="0" baseline="0">
                <a:solidFill>
                  <a:srgbClr val="D93E2B"/>
                </a:solidFill>
                <a:uFillTx/>
                <a:latin typeface="+mn-lt"/>
                <a:ea typeface="+mn-ea"/>
                <a:cs typeface="+mn-cs"/>
                <a:sym typeface="Bodoni SvtyTwo ITC TT-Book"/>
              </a:defRPr>
            </a:lvl8pPr>
            <a:lvl9pPr marL="0" marR="0" indent="1828800" algn="ctr" defTabSz="584200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000" b="0" i="0" u="none" strike="noStrike" cap="none" spc="0" baseline="0">
                <a:solidFill>
                  <a:srgbClr val="D93E2B"/>
                </a:solidFill>
                <a:uFillTx/>
                <a:latin typeface="+mn-lt"/>
                <a:ea typeface="+mn-ea"/>
                <a:cs typeface="+mn-cs"/>
                <a:sym typeface="Bodoni SvtyTwo ITC TT-Book"/>
              </a:defRPr>
            </a:lvl9pPr>
          </a:lstStyle>
          <a:p>
            <a:pPr hangingPunct="1"/>
            <a:r>
              <a:rPr lang="fr-FR" dirty="0" smtClean="0"/>
              <a:t>Chapitre III : </a:t>
            </a:r>
            <a:r>
              <a:rPr lang="fr-FR" dirty="0"/>
              <a:t>Conditions &amp; Boucles en Shell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Plan</a:t>
            </a:r>
          </a:p>
        </p:txBody>
      </p:sp>
      <p:sp>
        <p:nvSpPr>
          <p:cNvPr id="6" name="Shell : Définition &amp; Rôle…"/>
          <p:cNvSpPr txBox="1">
            <a:spLocks noGrp="1"/>
          </p:cNvSpPr>
          <p:nvPr>
            <p:ph type="body" idx="1"/>
          </p:nvPr>
        </p:nvSpPr>
        <p:spPr>
          <a:xfrm>
            <a:off x="507999" y="2258363"/>
            <a:ext cx="5635223" cy="5107069"/>
          </a:xfrm>
          <a:prstGeom prst="rect">
            <a:avLst/>
          </a:prstGeom>
        </p:spPr>
        <p:txBody>
          <a:bodyPr>
            <a:noAutofit/>
          </a:bodyPr>
          <a:lstStyle/>
          <a:p>
            <a:pPr marL="521716" indent="-521716" defTabSz="461518">
              <a:spcBef>
                <a:spcPts val="1800"/>
              </a:spcBef>
              <a:buClrTx/>
              <a:buSzPct val="100000"/>
              <a:buFontTx/>
              <a:buAutoNum type="arabicPeriod"/>
              <a:defRPr sz="2844"/>
            </a:pPr>
            <a:r>
              <a:rPr lang="fr-FR" sz="2900" dirty="0" smtClean="0"/>
              <a:t>Commande de test : « test »</a:t>
            </a:r>
            <a:endParaRPr sz="2900" dirty="0"/>
          </a:p>
          <a:p>
            <a:pPr marL="521716" indent="-521716" defTabSz="461518">
              <a:spcBef>
                <a:spcPts val="1800"/>
              </a:spcBef>
              <a:buClrTx/>
              <a:buSzPct val="100000"/>
              <a:buFontTx/>
              <a:buAutoNum type="arabicPeriod"/>
              <a:defRPr sz="2844"/>
            </a:pPr>
            <a:r>
              <a:rPr lang="fr-FR" sz="2900" dirty="0"/>
              <a:t>Structure conditionnelle </a:t>
            </a:r>
            <a:r>
              <a:rPr lang="fr-FR" sz="2900" dirty="0" smtClean="0"/>
              <a:t>if</a:t>
            </a:r>
            <a:endParaRPr lang="fr-FR" sz="2900" dirty="0"/>
          </a:p>
          <a:p>
            <a:pPr marL="521716" indent="-521716" defTabSz="461518">
              <a:spcBef>
                <a:spcPts val="1800"/>
              </a:spcBef>
              <a:buClrTx/>
              <a:buSzPct val="100000"/>
              <a:buFontTx/>
              <a:buAutoNum type="arabicPeriod"/>
              <a:defRPr sz="2844"/>
            </a:pPr>
            <a:r>
              <a:rPr lang="fr-FR" sz="2900" dirty="0"/>
              <a:t>Structure conditionnelle </a:t>
            </a:r>
            <a:r>
              <a:rPr lang="fr-FR" sz="2900" dirty="0" smtClean="0"/>
              <a:t>case</a:t>
            </a:r>
            <a:endParaRPr lang="fr-FR" sz="2900" dirty="0"/>
          </a:p>
          <a:p>
            <a:pPr marL="521716" indent="-521716" defTabSz="461518">
              <a:spcBef>
                <a:spcPts val="1800"/>
              </a:spcBef>
              <a:buClrTx/>
              <a:buSzPct val="100000"/>
              <a:buFontTx/>
              <a:buAutoNum type="arabicPeriod"/>
              <a:defRPr sz="2844"/>
            </a:pPr>
            <a:r>
              <a:rPr lang="fr-FR" sz="2900" dirty="0"/>
              <a:t>Structure </a:t>
            </a:r>
            <a:r>
              <a:rPr lang="fr-FR" sz="2900" dirty="0" smtClean="0"/>
              <a:t>itérative for</a:t>
            </a:r>
            <a:endParaRPr lang="fr-FR" sz="2900" dirty="0"/>
          </a:p>
          <a:p>
            <a:pPr marL="521716" indent="-521716" defTabSz="461518">
              <a:spcBef>
                <a:spcPts val="1800"/>
              </a:spcBef>
              <a:buClrTx/>
              <a:buSzPct val="100000"/>
              <a:buFontTx/>
              <a:buAutoNum type="arabicPeriod"/>
              <a:defRPr sz="2844"/>
            </a:pPr>
            <a:r>
              <a:rPr lang="fr-FR" sz="2900" dirty="0"/>
              <a:t>Structure </a:t>
            </a:r>
            <a:r>
              <a:rPr lang="fr-FR" sz="2900" dirty="0" smtClean="0"/>
              <a:t>itérative </a:t>
            </a:r>
            <a:r>
              <a:rPr lang="fr-FR" sz="2900" dirty="0" err="1" smtClean="0"/>
              <a:t>while</a:t>
            </a:r>
            <a:r>
              <a:rPr lang="fr-FR" sz="2900" dirty="0" smtClean="0"/>
              <a:t>, </a:t>
            </a:r>
            <a:r>
              <a:rPr lang="fr-FR" sz="2900" smtClean="0"/>
              <a:t>until</a:t>
            </a:r>
            <a:endParaRPr lang="fr-FR" sz="2900" dirty="0"/>
          </a:p>
        </p:txBody>
      </p:sp>
    </p:spTree>
    <p:extLst>
      <p:ext uri="{BB962C8B-B14F-4D97-AF65-F5344CB8AC3E}">
        <p14:creationId xmlns:p14="http://schemas.microsoft.com/office/powerpoint/2010/main" xmlns="" val="107954745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Espace réservé du contenu 2"/>
          <p:cNvSpPr>
            <a:spLocks noGrp="1"/>
          </p:cNvSpPr>
          <p:nvPr>
            <p:ph idx="1"/>
          </p:nvPr>
        </p:nvSpPr>
        <p:spPr>
          <a:xfrm>
            <a:off x="649953" y="2254529"/>
            <a:ext cx="11426613" cy="538452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3200" dirty="0" smtClean="0"/>
              <a:t>La </a:t>
            </a:r>
            <a:r>
              <a:rPr lang="fr-FR" sz="3200" dirty="0"/>
              <a:t>fonction </a:t>
            </a:r>
            <a:r>
              <a:rPr lang="fr-FR" sz="3200" b="1" dirty="0">
                <a:solidFill>
                  <a:srgbClr val="0070C0"/>
                </a:solidFill>
              </a:rPr>
              <a:t>test</a:t>
            </a:r>
            <a:r>
              <a:rPr lang="fr-FR" sz="3200" dirty="0"/>
              <a:t> permet d’exprimer une condition ou </a:t>
            </a:r>
            <a:r>
              <a:rPr lang="fr-FR" sz="3200" dirty="0" smtClean="0"/>
              <a:t>plusieurs:</a:t>
            </a:r>
            <a:endParaRPr lang="fr-FR" sz="32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2838" dirty="0" smtClean="0"/>
              <a:t>Sur des fichiers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2838" dirty="0" smtClean="0"/>
              <a:t>Sur des nombres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2838" dirty="0" smtClean="0"/>
              <a:t>Sur des chaînes de caractères</a:t>
            </a:r>
            <a:endParaRPr lang="fr-FR" sz="2838" dirty="0"/>
          </a:p>
        </p:txBody>
      </p:sp>
      <p:sp>
        <p:nvSpPr>
          <p:cNvPr id="10" name="Rectangle 9"/>
          <p:cNvSpPr/>
          <p:nvPr/>
        </p:nvSpPr>
        <p:spPr>
          <a:xfrm>
            <a:off x="876300" y="996790"/>
            <a:ext cx="12026901" cy="8402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600"/>
              </a:spcBef>
            </a:pPr>
            <a:r>
              <a:rPr lang="fr-FR" sz="5400" dirty="0" smtClean="0">
                <a:solidFill>
                  <a:srgbClr val="D93E2B"/>
                </a:solidFill>
                <a:latin typeface="+mn-lt"/>
                <a:ea typeface="+mn-ea"/>
                <a:cs typeface="+mn-cs"/>
                <a:sym typeface="Bodoni SvtyTwo ITC TT-Book"/>
              </a:rPr>
              <a:t>Commande de test : « test »</a:t>
            </a:r>
            <a:endParaRPr lang="fr-FR" sz="5400" dirty="0">
              <a:solidFill>
                <a:srgbClr val="D93E2B"/>
              </a:solidFill>
              <a:latin typeface="+mn-lt"/>
              <a:ea typeface="+mn-ea"/>
              <a:cs typeface="+mn-cs"/>
              <a:sym typeface="Bodoni SvtyTwo ITC TT-Book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2705865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Espace réservé du contenu 2"/>
          <p:cNvSpPr>
            <a:spLocks noGrp="1"/>
          </p:cNvSpPr>
          <p:nvPr>
            <p:ph idx="1"/>
          </p:nvPr>
        </p:nvSpPr>
        <p:spPr>
          <a:xfrm>
            <a:off x="649953" y="2235479"/>
            <a:ext cx="11426613" cy="7517610"/>
          </a:xfrm>
        </p:spPr>
        <p:txBody>
          <a:bodyPr>
            <a:normAutofit/>
          </a:bodyPr>
          <a:lstStyle/>
          <a:p>
            <a:pPr>
              <a:buFont typeface="Arial" charset="0"/>
              <a:buNone/>
            </a:pPr>
            <a:endParaRPr lang="fr-FR" sz="2838" dirty="0"/>
          </a:p>
          <a:p>
            <a:pPr>
              <a:buFont typeface="Arial" charset="0"/>
              <a:buNone/>
            </a:pPr>
            <a:r>
              <a:rPr lang="fr-FR" sz="2800" dirty="0" smtClean="0"/>
              <a:t>	</a:t>
            </a:r>
            <a:r>
              <a:rPr lang="fr-FR" sz="2800" dirty="0" smtClean="0">
                <a:solidFill>
                  <a:srgbClr val="00B0F0"/>
                </a:solidFill>
              </a:rPr>
              <a:t>test</a:t>
            </a:r>
            <a:r>
              <a:rPr lang="fr-FR" sz="2800" dirty="0" smtClean="0"/>
              <a:t>  </a:t>
            </a:r>
            <a:r>
              <a:rPr lang="fr-FR" sz="2800" dirty="0" smtClean="0">
                <a:solidFill>
                  <a:srgbClr val="00B050"/>
                </a:solidFill>
              </a:rPr>
              <a:t>-e  </a:t>
            </a:r>
            <a:r>
              <a:rPr lang="fr-FR" sz="2800" dirty="0"/>
              <a:t>&lt;</a:t>
            </a:r>
            <a:r>
              <a:rPr lang="fr-FR" sz="2800" dirty="0" err="1"/>
              <a:t>nom_fichier</a:t>
            </a:r>
            <a:r>
              <a:rPr lang="fr-FR" sz="2800" dirty="0"/>
              <a:t>&gt; : vrai si l’argument </a:t>
            </a:r>
            <a:r>
              <a:rPr lang="fr-FR" sz="2800" dirty="0" smtClean="0"/>
              <a:t>existe</a:t>
            </a:r>
          </a:p>
          <a:p>
            <a:pPr>
              <a:buFont typeface="Arial" charset="0"/>
              <a:buNone/>
            </a:pPr>
            <a:r>
              <a:rPr lang="fr-FR" sz="2800" dirty="0">
                <a:solidFill>
                  <a:srgbClr val="FF0000"/>
                </a:solidFill>
              </a:rPr>
              <a:t> </a:t>
            </a:r>
            <a:r>
              <a:rPr lang="fr-FR" sz="2800" dirty="0" smtClean="0">
                <a:solidFill>
                  <a:srgbClr val="FF0000"/>
                </a:solidFill>
              </a:rPr>
              <a:t>    </a:t>
            </a:r>
            <a:r>
              <a:rPr lang="fr-FR" sz="2800" dirty="0" smtClean="0">
                <a:solidFill>
                  <a:srgbClr val="00B0F0"/>
                </a:solidFill>
              </a:rPr>
              <a:t>test</a:t>
            </a:r>
            <a:r>
              <a:rPr lang="fr-FR" sz="2800" dirty="0" smtClean="0">
                <a:solidFill>
                  <a:srgbClr val="FF0000"/>
                </a:solidFill>
              </a:rPr>
              <a:t>  </a:t>
            </a:r>
            <a:r>
              <a:rPr lang="fr-FR" sz="2800" dirty="0">
                <a:solidFill>
                  <a:srgbClr val="00B050"/>
                </a:solidFill>
              </a:rPr>
              <a:t>-f  </a:t>
            </a:r>
            <a:r>
              <a:rPr lang="fr-FR" sz="2800" dirty="0" smtClean="0"/>
              <a:t>&lt;</a:t>
            </a:r>
            <a:r>
              <a:rPr lang="fr-FR" sz="2800" dirty="0" err="1"/>
              <a:t>nom_fichier</a:t>
            </a:r>
            <a:r>
              <a:rPr lang="fr-FR" sz="2800" dirty="0"/>
              <a:t>&gt; : vrai si l’argument est un </a:t>
            </a:r>
            <a:r>
              <a:rPr lang="fr-FR" sz="2800"/>
              <a:t>fichier </a:t>
            </a:r>
            <a:endParaRPr lang="fr-FR" sz="2800" dirty="0" smtClean="0"/>
          </a:p>
          <a:p>
            <a:pPr>
              <a:buFont typeface="Arial" charset="0"/>
              <a:buNone/>
            </a:pPr>
            <a:r>
              <a:rPr lang="fr-FR" sz="2800" dirty="0"/>
              <a:t> </a:t>
            </a:r>
            <a:r>
              <a:rPr lang="fr-FR" sz="2800" dirty="0" smtClean="0"/>
              <a:t>    </a:t>
            </a:r>
            <a:r>
              <a:rPr lang="fr-FR" sz="2800" dirty="0" smtClean="0">
                <a:solidFill>
                  <a:srgbClr val="00B0F0"/>
                </a:solidFill>
              </a:rPr>
              <a:t>test</a:t>
            </a:r>
            <a:r>
              <a:rPr lang="fr-FR" sz="2800" dirty="0" smtClean="0"/>
              <a:t> </a:t>
            </a:r>
            <a:r>
              <a:rPr lang="fr-FR" sz="2800" dirty="0" smtClean="0">
                <a:solidFill>
                  <a:srgbClr val="00B050"/>
                </a:solidFill>
              </a:rPr>
              <a:t> -</a:t>
            </a:r>
            <a:r>
              <a:rPr lang="fr-FR" sz="2800" dirty="0">
                <a:solidFill>
                  <a:srgbClr val="00B050"/>
                </a:solidFill>
              </a:rPr>
              <a:t>d</a:t>
            </a:r>
            <a:r>
              <a:rPr lang="fr-FR" sz="2800" dirty="0" smtClean="0">
                <a:solidFill>
                  <a:srgbClr val="00B050"/>
                </a:solidFill>
              </a:rPr>
              <a:t> </a:t>
            </a:r>
            <a:r>
              <a:rPr lang="fr-FR" sz="2800" dirty="0"/>
              <a:t>&lt;</a:t>
            </a:r>
            <a:r>
              <a:rPr lang="fr-FR" sz="2800" dirty="0" err="1"/>
              <a:t>nom_fichier</a:t>
            </a:r>
            <a:r>
              <a:rPr lang="fr-FR" sz="2800" dirty="0"/>
              <a:t>&gt; : vrai si l’argument est </a:t>
            </a:r>
            <a:r>
              <a:rPr lang="fr-FR" sz="2800" dirty="0" smtClean="0"/>
              <a:t>un répertoire</a:t>
            </a:r>
            <a:endParaRPr lang="fr-FR" sz="2800" dirty="0"/>
          </a:p>
          <a:p>
            <a:pPr>
              <a:buFont typeface="Arial" charset="0"/>
              <a:buNone/>
            </a:pPr>
            <a:r>
              <a:rPr lang="fr-FR" sz="2800" dirty="0"/>
              <a:t>	</a:t>
            </a:r>
            <a:r>
              <a:rPr lang="fr-FR" sz="2800" dirty="0">
                <a:solidFill>
                  <a:srgbClr val="00B0F0"/>
                </a:solidFill>
              </a:rPr>
              <a:t>test</a:t>
            </a:r>
            <a:r>
              <a:rPr lang="fr-FR" sz="2800" dirty="0"/>
              <a:t>  </a:t>
            </a:r>
            <a:r>
              <a:rPr lang="fr-FR" sz="2800" dirty="0" smtClean="0">
                <a:solidFill>
                  <a:srgbClr val="00B050"/>
                </a:solidFill>
              </a:rPr>
              <a:t>-r </a:t>
            </a:r>
            <a:r>
              <a:rPr lang="fr-FR" sz="2800" dirty="0" smtClean="0"/>
              <a:t>&lt;</a:t>
            </a:r>
            <a:r>
              <a:rPr lang="fr-FR" sz="2800" dirty="0" err="1"/>
              <a:t>nom_fichier</a:t>
            </a:r>
            <a:r>
              <a:rPr lang="fr-FR" sz="2800" dirty="0"/>
              <a:t>&gt; : vrai si on a le droit de lire le fichier</a:t>
            </a:r>
          </a:p>
          <a:p>
            <a:pPr>
              <a:buFont typeface="Arial" charset="0"/>
              <a:buNone/>
            </a:pPr>
            <a:r>
              <a:rPr lang="fr-FR" sz="2800" dirty="0"/>
              <a:t>	</a:t>
            </a:r>
            <a:r>
              <a:rPr lang="fr-FR" sz="2800" dirty="0">
                <a:solidFill>
                  <a:srgbClr val="00B0F0"/>
                </a:solidFill>
              </a:rPr>
              <a:t>test</a:t>
            </a:r>
            <a:r>
              <a:rPr lang="fr-FR" sz="2800" dirty="0"/>
              <a:t>  </a:t>
            </a:r>
            <a:r>
              <a:rPr lang="fr-FR" sz="2800" dirty="0" smtClean="0">
                <a:solidFill>
                  <a:srgbClr val="00B050"/>
                </a:solidFill>
              </a:rPr>
              <a:t>-x </a:t>
            </a:r>
            <a:r>
              <a:rPr lang="fr-FR" sz="2800" dirty="0" smtClean="0"/>
              <a:t>&lt;</a:t>
            </a:r>
            <a:r>
              <a:rPr lang="fr-FR" sz="2800" dirty="0" err="1" smtClean="0"/>
              <a:t>nom_fichier</a:t>
            </a:r>
            <a:r>
              <a:rPr lang="fr-FR" sz="2800" dirty="0"/>
              <a:t>&gt; </a:t>
            </a:r>
            <a:r>
              <a:rPr lang="fr-FR" sz="2800" dirty="0" smtClean="0"/>
              <a:t>: vrai </a:t>
            </a:r>
            <a:r>
              <a:rPr lang="fr-FR" sz="2800" dirty="0"/>
              <a:t>si on a le droit d’exécuter le fichier</a:t>
            </a:r>
          </a:p>
          <a:p>
            <a:pPr>
              <a:buFont typeface="Arial" charset="0"/>
              <a:buNone/>
            </a:pPr>
            <a:r>
              <a:rPr lang="fr-FR" sz="2800" dirty="0"/>
              <a:t>	</a:t>
            </a:r>
            <a:r>
              <a:rPr lang="fr-FR" sz="2800" dirty="0">
                <a:solidFill>
                  <a:srgbClr val="00B0F0"/>
                </a:solidFill>
              </a:rPr>
              <a:t>test</a:t>
            </a:r>
            <a:r>
              <a:rPr lang="fr-FR" sz="2800" dirty="0"/>
              <a:t>  </a:t>
            </a:r>
            <a:r>
              <a:rPr lang="fr-FR" sz="2800" dirty="0" smtClean="0">
                <a:solidFill>
                  <a:srgbClr val="00B050"/>
                </a:solidFill>
              </a:rPr>
              <a:t>-w </a:t>
            </a:r>
            <a:r>
              <a:rPr lang="fr-FR" sz="2800" dirty="0" smtClean="0"/>
              <a:t>&lt;</a:t>
            </a:r>
            <a:r>
              <a:rPr lang="fr-FR" sz="2800" dirty="0" err="1" smtClean="0"/>
              <a:t>nom_fichier</a:t>
            </a:r>
            <a:r>
              <a:rPr lang="fr-FR" sz="2800" dirty="0"/>
              <a:t>&gt; </a:t>
            </a:r>
            <a:r>
              <a:rPr lang="fr-FR" sz="2800" dirty="0" smtClean="0"/>
              <a:t>: vrai </a:t>
            </a:r>
            <a:r>
              <a:rPr lang="fr-FR" sz="2800" dirty="0"/>
              <a:t>si on a le droit d’écrire dans le </a:t>
            </a:r>
            <a:r>
              <a:rPr lang="fr-FR" sz="2800" dirty="0" smtClean="0"/>
              <a:t>fichier</a:t>
            </a:r>
          </a:p>
          <a:p>
            <a:pPr>
              <a:buFont typeface="Arial" charset="0"/>
              <a:buNone/>
            </a:pPr>
            <a:r>
              <a:rPr lang="fr-FR" sz="2800" dirty="0" smtClean="0"/>
              <a:t>     </a:t>
            </a:r>
            <a:r>
              <a:rPr lang="fr-FR" sz="2800" dirty="0" smtClean="0">
                <a:solidFill>
                  <a:srgbClr val="00B0F0"/>
                </a:solidFill>
              </a:rPr>
              <a:t>test</a:t>
            </a:r>
            <a:r>
              <a:rPr lang="fr-FR" sz="2800" dirty="0" smtClean="0"/>
              <a:t>  </a:t>
            </a:r>
            <a:r>
              <a:rPr lang="fr-FR" sz="2800" dirty="0" smtClean="0">
                <a:solidFill>
                  <a:srgbClr val="00B050"/>
                </a:solidFill>
              </a:rPr>
              <a:t>-s </a:t>
            </a:r>
            <a:r>
              <a:rPr lang="fr-FR" sz="2800" dirty="0" smtClean="0"/>
              <a:t>&lt;</a:t>
            </a:r>
            <a:r>
              <a:rPr lang="fr-FR" sz="2800" dirty="0" err="1"/>
              <a:t>nom_fichier</a:t>
            </a:r>
            <a:r>
              <a:rPr lang="fr-FR" sz="2800" dirty="0"/>
              <a:t>&gt; : vrai si </a:t>
            </a:r>
            <a:r>
              <a:rPr lang="fr-FR" sz="2800" dirty="0" smtClean="0"/>
              <a:t>l’argument existe et non vide </a:t>
            </a:r>
            <a:r>
              <a:rPr lang="fr-FR" sz="2838" dirty="0"/>
              <a:t>	</a:t>
            </a:r>
          </a:p>
          <a:p>
            <a:pPr>
              <a:buFont typeface="Arial" charset="0"/>
              <a:buNone/>
            </a:pPr>
            <a:endParaRPr lang="fr-FR" sz="2838" dirty="0"/>
          </a:p>
        </p:txBody>
      </p:sp>
      <p:sp>
        <p:nvSpPr>
          <p:cNvPr id="8" name="Espace réservé du numéro de diapositive 7"/>
          <p:cNvSpPr txBox="1">
            <a:spLocks noGrp="1"/>
          </p:cNvSpPr>
          <p:nvPr/>
        </p:nvSpPr>
        <p:spPr>
          <a:xfrm>
            <a:off x="11176035" y="9132299"/>
            <a:ext cx="1727166" cy="519235"/>
          </a:xfrm>
          <a:prstGeom prst="rect">
            <a:avLst/>
          </a:prstGeom>
          <a:noFill/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txBody>
          <a:bodyPr lIns="130032" tIns="65016" rIns="130032" bIns="65016" anchor="ctr"/>
          <a:lstStyle/>
          <a:p>
            <a:pPr algn="r">
              <a:defRPr/>
            </a:pPr>
            <a:r>
              <a:rPr lang="fr-BE" sz="1935" b="1" dirty="0">
                <a:solidFill>
                  <a:schemeClr val="bg1"/>
                </a:solidFill>
                <a:latin typeface="+mn-lt"/>
                <a:cs typeface="+mn-cs"/>
              </a:rPr>
              <a:t>  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6300" y="996790"/>
            <a:ext cx="11544299" cy="8402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600"/>
              </a:spcBef>
            </a:pPr>
            <a:r>
              <a:rPr lang="fr-FR" sz="5400" dirty="0" smtClean="0">
                <a:solidFill>
                  <a:srgbClr val="D93E2B"/>
                </a:solidFill>
                <a:latin typeface="+mn-lt"/>
                <a:ea typeface="+mn-ea"/>
                <a:cs typeface="+mn-cs"/>
                <a:sym typeface="Bodoni SvtyTwo ITC TT-Book"/>
              </a:rPr>
              <a:t>test sur les fichiers 1/2</a:t>
            </a:r>
            <a:endParaRPr lang="fr-FR" sz="5400" dirty="0">
              <a:solidFill>
                <a:srgbClr val="D93E2B"/>
              </a:solidFill>
              <a:latin typeface="+mn-lt"/>
              <a:ea typeface="+mn-ea"/>
              <a:cs typeface="+mn-cs"/>
              <a:sym typeface="Bodoni SvtyTwo ITC TT-Book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2926242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8450" y="2933700"/>
            <a:ext cx="10185400" cy="569595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76300" y="996790"/>
            <a:ext cx="11544299" cy="8402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600"/>
              </a:spcBef>
            </a:pPr>
            <a:r>
              <a:rPr lang="fr-FR" sz="5400" dirty="0" smtClean="0">
                <a:solidFill>
                  <a:srgbClr val="D93E2B"/>
                </a:solidFill>
                <a:latin typeface="+mn-lt"/>
                <a:ea typeface="+mn-ea"/>
                <a:cs typeface="+mn-cs"/>
                <a:sym typeface="Bodoni SvtyTwo ITC TT-Book"/>
              </a:rPr>
              <a:t>test sur les fichiers 2/2</a:t>
            </a:r>
            <a:endParaRPr lang="fr-FR" sz="5400" dirty="0">
              <a:solidFill>
                <a:srgbClr val="D93E2B"/>
              </a:solidFill>
              <a:latin typeface="+mn-lt"/>
              <a:ea typeface="+mn-ea"/>
              <a:cs typeface="+mn-cs"/>
              <a:sym typeface="Bodoni SvtyTwo ITC TT-Book"/>
            </a:endParaRPr>
          </a:p>
        </p:txBody>
      </p:sp>
      <p:grpSp>
        <p:nvGrpSpPr>
          <p:cNvPr id="11" name="Groupe 10"/>
          <p:cNvGrpSpPr/>
          <p:nvPr/>
        </p:nvGrpSpPr>
        <p:grpSpPr>
          <a:xfrm>
            <a:off x="4210050" y="4991100"/>
            <a:ext cx="6248400" cy="1371600"/>
            <a:chOff x="4210050" y="4933950"/>
            <a:chExt cx="6248400" cy="1371600"/>
          </a:xfrm>
        </p:grpSpPr>
        <p:sp>
          <p:nvSpPr>
            <p:cNvPr id="7" name="Rectangle 6"/>
            <p:cNvSpPr/>
            <p:nvPr/>
          </p:nvSpPr>
          <p:spPr>
            <a:xfrm>
              <a:off x="7677150" y="5153025"/>
              <a:ext cx="2781300" cy="1152525"/>
            </a:xfrm>
            <a:prstGeom prst="rect">
              <a:avLst/>
            </a:prstGeom>
            <a:noFill/>
            <a:ln w="28575" cap="flat">
              <a:solidFill>
                <a:srgbClr val="FF0000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fr-FR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>
                  <a:outerShdw blurRad="25400" dist="33948" dir="2700000" rotWithShape="0">
                    <a:srgbClr val="3B3936"/>
                  </a:outerShdw>
                </a:effectLst>
                <a:uFillTx/>
                <a:latin typeface="Palatino"/>
                <a:ea typeface="Palatino"/>
                <a:cs typeface="Palatino"/>
                <a:sym typeface="Palatino"/>
              </a:endParaRPr>
            </a:p>
          </p:txBody>
        </p:sp>
        <p:grpSp>
          <p:nvGrpSpPr>
            <p:cNvPr id="10" name="Groupe 9"/>
            <p:cNvGrpSpPr/>
            <p:nvPr/>
          </p:nvGrpSpPr>
          <p:grpSpPr>
            <a:xfrm>
              <a:off x="4210050" y="4933950"/>
              <a:ext cx="6248400" cy="1290498"/>
              <a:chOff x="4210050" y="4991100"/>
              <a:chExt cx="6248400" cy="1290498"/>
            </a:xfrm>
          </p:grpSpPr>
          <p:sp>
            <p:nvSpPr>
              <p:cNvPr id="2" name="Ellipse 1"/>
              <p:cNvSpPr/>
              <p:nvPr/>
            </p:nvSpPr>
            <p:spPr>
              <a:xfrm>
                <a:off x="4210050" y="4991100"/>
                <a:ext cx="1257300" cy="323850"/>
              </a:xfrm>
              <a:prstGeom prst="ellipse">
                <a:avLst/>
              </a:prstGeom>
              <a:noFill/>
              <a:ln w="28575" cap="flat">
                <a:solidFill>
                  <a:srgbClr val="FF0000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584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fr-FR" sz="3200" b="0" i="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25400" dist="33948" dir="2700000" rotWithShape="0">
                      <a:srgbClr val="3B3936"/>
                    </a:outerShdw>
                  </a:effectLst>
                  <a:uFillTx/>
                  <a:latin typeface="Palatino"/>
                  <a:ea typeface="Palatino"/>
                  <a:cs typeface="Palatino"/>
                  <a:sym typeface="Palatino"/>
                </a:endParaRPr>
              </a:p>
            </p:txBody>
          </p:sp>
          <p:cxnSp>
            <p:nvCxnSpPr>
              <p:cNvPr id="6" name="Connecteur en angle 5"/>
              <p:cNvCxnSpPr>
                <a:stCxn id="2" idx="6"/>
              </p:cNvCxnSpPr>
              <p:nvPr/>
            </p:nvCxnSpPr>
            <p:spPr>
              <a:xfrm>
                <a:off x="5467350" y="5153025"/>
                <a:ext cx="2209800" cy="628650"/>
              </a:xfrm>
              <a:prstGeom prst="bentConnector3">
                <a:avLst/>
              </a:prstGeom>
              <a:noFill/>
              <a:ln w="28575" cap="flat">
                <a:solidFill>
                  <a:srgbClr val="FF0000"/>
                </a:solidFill>
                <a:prstDash val="solid"/>
                <a:miter lim="400000"/>
                <a:tailEnd type="triangle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sp>
            <p:nvSpPr>
              <p:cNvPr id="9" name="ZoneTexte 8"/>
              <p:cNvSpPr txBox="1"/>
              <p:nvPr/>
            </p:nvSpPr>
            <p:spPr>
              <a:xfrm>
                <a:off x="7677150" y="5194121"/>
                <a:ext cx="2781300" cy="108747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584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fr-FR" sz="1600" b="0" i="0" u="none" strike="noStrike" cap="none" spc="0" normalizeH="0" baseline="0" dirty="0" smtClean="0">
                    <a:solidFill>
                      <a:srgbClr val="FF0000"/>
                    </a:solidFill>
                    <a:effectLst/>
                    <a:uFillTx/>
                    <a:latin typeface="Palatino"/>
                    <a:ea typeface="Palatino"/>
                    <a:cs typeface="Palatino"/>
                    <a:sym typeface="Palatino"/>
                  </a:rPr>
                  <a:t>Afficher</a:t>
                </a:r>
                <a:r>
                  <a:rPr kumimoji="0" lang="fr-FR" sz="1600" b="0" i="0" u="none" strike="noStrike" cap="none" spc="0" normalizeH="0" dirty="0" smtClean="0">
                    <a:solidFill>
                      <a:srgbClr val="FF0000"/>
                    </a:solidFill>
                    <a:effectLst/>
                    <a:uFillTx/>
                    <a:latin typeface="Palatino"/>
                    <a:ea typeface="Palatino"/>
                    <a:cs typeface="Palatino"/>
                    <a:sym typeface="Palatino"/>
                  </a:rPr>
                  <a:t> </a:t>
                </a:r>
                <a:r>
                  <a:rPr kumimoji="0" lang="fr-FR" sz="1600" b="0" i="0" u="none" strike="noStrike" cap="none" spc="0" normalizeH="0" baseline="0" dirty="0" smtClean="0">
                    <a:solidFill>
                      <a:srgbClr val="FF0000"/>
                    </a:solidFill>
                    <a:effectLst/>
                    <a:uFillTx/>
                    <a:latin typeface="Palatino"/>
                    <a:ea typeface="Palatino"/>
                    <a:cs typeface="Palatino"/>
                    <a:sym typeface="Palatino"/>
                  </a:rPr>
                  <a:t>le code de retour de la fonction test</a:t>
                </a:r>
              </a:p>
              <a:p>
                <a:pPr marL="0" marR="0" indent="0" algn="ctr" defTabSz="584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fr-FR" sz="1600" dirty="0" smtClean="0">
                    <a:solidFill>
                      <a:srgbClr val="FF0000"/>
                    </a:solidFill>
                  </a:rPr>
                  <a:t>0: test vrai</a:t>
                </a:r>
              </a:p>
              <a:p>
                <a:pPr marL="0" marR="0" indent="0" algn="ctr" defTabSz="584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fr-FR" sz="1600" b="0" i="0" u="none" strike="noStrike" cap="none" spc="0" normalizeH="0" baseline="0" dirty="0" smtClean="0">
                    <a:solidFill>
                      <a:srgbClr val="FF0000"/>
                    </a:solidFill>
                    <a:effectLst/>
                    <a:uFillTx/>
                    <a:latin typeface="Palatino"/>
                    <a:ea typeface="Palatino"/>
                    <a:cs typeface="Palatino"/>
                    <a:sym typeface="Palatino"/>
                  </a:rPr>
                  <a:t> 1:</a:t>
                </a:r>
                <a:r>
                  <a:rPr kumimoji="0" lang="fr-FR" sz="1600" b="0" i="0" u="none" strike="noStrike" cap="none" spc="0" normalizeH="0" dirty="0" smtClean="0">
                    <a:solidFill>
                      <a:srgbClr val="FF0000"/>
                    </a:solidFill>
                    <a:effectLst/>
                    <a:uFillTx/>
                    <a:latin typeface="Palatino"/>
                    <a:ea typeface="Palatino"/>
                    <a:cs typeface="Palatino"/>
                    <a:sym typeface="Palatino"/>
                  </a:rPr>
                  <a:t> test faux</a:t>
                </a:r>
                <a:endParaRPr kumimoji="0" lang="fr-FR" sz="1600" b="0" i="0" u="none" strike="noStrike" cap="none" spc="0" normalizeH="0" baseline="0" dirty="0">
                  <a:solidFill>
                    <a:srgbClr val="FF0000"/>
                  </a:solidFill>
                  <a:effectLst/>
                  <a:uFillTx/>
                  <a:latin typeface="Palatino"/>
                  <a:ea typeface="Palatino"/>
                  <a:cs typeface="Palatino"/>
                  <a:sym typeface="Palatino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xmlns="" val="11466246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Espace réservé du contenu 2"/>
          <p:cNvSpPr>
            <a:spLocks noGrp="1"/>
          </p:cNvSpPr>
          <p:nvPr>
            <p:ph idx="1"/>
          </p:nvPr>
        </p:nvSpPr>
        <p:spPr>
          <a:xfrm>
            <a:off x="835745" y="2902281"/>
            <a:ext cx="11426613" cy="6477668"/>
          </a:xfrm>
        </p:spPr>
        <p:txBody>
          <a:bodyPr>
            <a:normAutofit lnSpcReduction="10000"/>
          </a:bodyPr>
          <a:lstStyle/>
          <a:p>
            <a:pPr>
              <a:buFont typeface="Arial" charset="0"/>
              <a:buNone/>
            </a:pPr>
            <a:r>
              <a:rPr lang="fr-FR" sz="2800" dirty="0" smtClean="0"/>
              <a:t>Pour </a:t>
            </a:r>
            <a:r>
              <a:rPr lang="fr-FR" sz="2800" dirty="0"/>
              <a:t>les expressions arithmétiques, les opérateurs sont:</a:t>
            </a:r>
          </a:p>
          <a:p>
            <a:pPr>
              <a:buFont typeface="Arial" charset="0"/>
              <a:buNone/>
            </a:pPr>
            <a:r>
              <a:rPr lang="fr-FR" sz="2800" dirty="0"/>
              <a:t>		</a:t>
            </a:r>
            <a:r>
              <a:rPr lang="fr-FR" sz="2800" dirty="0">
                <a:solidFill>
                  <a:srgbClr val="00B050"/>
                </a:solidFill>
              </a:rPr>
              <a:t>- </a:t>
            </a:r>
            <a:r>
              <a:rPr lang="fr-FR" sz="2800" dirty="0" err="1">
                <a:solidFill>
                  <a:srgbClr val="00B050"/>
                </a:solidFill>
              </a:rPr>
              <a:t>eq</a:t>
            </a:r>
            <a:r>
              <a:rPr lang="fr-FR" sz="2800" dirty="0">
                <a:solidFill>
                  <a:srgbClr val="00B050"/>
                </a:solidFill>
              </a:rPr>
              <a:t> , -ne, - </a:t>
            </a:r>
            <a:r>
              <a:rPr lang="fr-FR" sz="2800" dirty="0" err="1">
                <a:solidFill>
                  <a:srgbClr val="00B050"/>
                </a:solidFill>
              </a:rPr>
              <a:t>lt</a:t>
            </a:r>
            <a:r>
              <a:rPr lang="fr-FR" sz="2800" dirty="0">
                <a:solidFill>
                  <a:srgbClr val="00B050"/>
                </a:solidFill>
              </a:rPr>
              <a:t>, -le, -gt ,-</a:t>
            </a:r>
            <a:r>
              <a:rPr lang="fr-FR" sz="2800" dirty="0" err="1">
                <a:solidFill>
                  <a:srgbClr val="00B050"/>
                </a:solidFill>
              </a:rPr>
              <a:t>ge</a:t>
            </a:r>
            <a:endParaRPr lang="fr-FR" sz="2800" dirty="0">
              <a:solidFill>
                <a:srgbClr val="00B050"/>
              </a:solidFill>
            </a:endParaRPr>
          </a:p>
          <a:p>
            <a:pPr>
              <a:buFont typeface="Arial" charset="0"/>
              <a:buNone/>
            </a:pPr>
            <a:r>
              <a:rPr lang="fr-FR" sz="2800" dirty="0"/>
              <a:t>équivalent </a:t>
            </a:r>
            <a:r>
              <a:rPr lang="fr-FR" sz="2800" dirty="0" smtClean="0"/>
              <a:t>à égale</a:t>
            </a:r>
            <a:r>
              <a:rPr lang="fr-FR" sz="2800" dirty="0"/>
              <a:t>, différent, inférieur strictement, inférieur ou égale, </a:t>
            </a:r>
            <a:r>
              <a:rPr lang="fr-FR" sz="2800" dirty="0" smtClean="0"/>
              <a:t>supérieur strictement</a:t>
            </a:r>
            <a:r>
              <a:rPr lang="fr-FR" sz="2800" dirty="0"/>
              <a:t>, </a:t>
            </a:r>
            <a:r>
              <a:rPr lang="fr-FR" sz="2800" dirty="0" smtClean="0"/>
              <a:t>supérieur ou égale</a:t>
            </a:r>
          </a:p>
          <a:p>
            <a:pPr marL="507912" lvl="1" indent="0" defTabSz="1179667">
              <a:buNone/>
            </a:pPr>
            <a:r>
              <a:rPr lang="fr-FR" sz="2800" dirty="0">
                <a:solidFill>
                  <a:srgbClr val="00B0F0"/>
                </a:solidFill>
              </a:rPr>
              <a:t>test</a:t>
            </a:r>
            <a:r>
              <a:rPr lang="fr-FR" sz="2800" dirty="0" smtClean="0"/>
              <a:t> "i1</a:t>
            </a:r>
            <a:r>
              <a:rPr lang="fr-FR" sz="2800" dirty="0"/>
              <a:t>" </a:t>
            </a:r>
            <a:r>
              <a:rPr lang="fr-FR" sz="2800" dirty="0">
                <a:solidFill>
                  <a:srgbClr val="00B050"/>
                </a:solidFill>
              </a:rPr>
              <a:t>-</a:t>
            </a:r>
            <a:r>
              <a:rPr lang="fr-FR" sz="2800" dirty="0" err="1">
                <a:solidFill>
                  <a:srgbClr val="00B050"/>
                </a:solidFill>
              </a:rPr>
              <a:t>eq</a:t>
            </a:r>
            <a:r>
              <a:rPr lang="fr-FR" sz="2800" dirty="0">
                <a:solidFill>
                  <a:srgbClr val="00B050"/>
                </a:solidFill>
              </a:rPr>
              <a:t> </a:t>
            </a:r>
            <a:r>
              <a:rPr lang="fr-FR" sz="2800" dirty="0"/>
              <a:t>"i2": Teste si i1 est égal à </a:t>
            </a:r>
            <a:r>
              <a:rPr lang="fr-FR" sz="2800" dirty="0" smtClean="0"/>
              <a:t>i2</a:t>
            </a:r>
            <a:endParaRPr lang="fr-FR" sz="2800" dirty="0"/>
          </a:p>
          <a:p>
            <a:pPr marL="507912" lvl="1" indent="0" defTabSz="1179667">
              <a:buNone/>
            </a:pPr>
            <a:r>
              <a:rPr lang="fr-FR" sz="2800" dirty="0">
                <a:solidFill>
                  <a:srgbClr val="00B0F0"/>
                </a:solidFill>
              </a:rPr>
              <a:t>test</a:t>
            </a:r>
            <a:r>
              <a:rPr lang="fr-FR" sz="2800" dirty="0" smtClean="0"/>
              <a:t> "i1</a:t>
            </a:r>
            <a:r>
              <a:rPr lang="fr-FR" sz="2800" dirty="0"/>
              <a:t>" </a:t>
            </a:r>
            <a:r>
              <a:rPr lang="fr-FR" sz="2800" dirty="0">
                <a:solidFill>
                  <a:srgbClr val="00B050"/>
                </a:solidFill>
              </a:rPr>
              <a:t>-ne </a:t>
            </a:r>
            <a:r>
              <a:rPr lang="fr-FR" sz="2800" dirty="0"/>
              <a:t>"i2": Teste si i1 n'est pas égal à i2</a:t>
            </a:r>
          </a:p>
          <a:p>
            <a:pPr marL="507912" lvl="1" indent="0" defTabSz="1179667">
              <a:buNone/>
            </a:pPr>
            <a:r>
              <a:rPr lang="fr-FR" sz="2800" dirty="0">
                <a:solidFill>
                  <a:srgbClr val="00B0F0"/>
                </a:solidFill>
              </a:rPr>
              <a:t>test</a:t>
            </a:r>
            <a:r>
              <a:rPr lang="fr-FR" sz="2800" dirty="0" smtClean="0"/>
              <a:t> "i1</a:t>
            </a:r>
            <a:r>
              <a:rPr lang="fr-FR" sz="2800" dirty="0"/>
              <a:t>" </a:t>
            </a:r>
            <a:r>
              <a:rPr lang="fr-FR" sz="2800" dirty="0">
                <a:solidFill>
                  <a:srgbClr val="00B050"/>
                </a:solidFill>
              </a:rPr>
              <a:t>-gt </a:t>
            </a:r>
            <a:r>
              <a:rPr lang="fr-FR" sz="2800" dirty="0"/>
              <a:t>"i2": Teste si i1 est plus grand que i2</a:t>
            </a:r>
          </a:p>
          <a:p>
            <a:pPr marL="507912" lvl="1" indent="0" defTabSz="1179667">
              <a:buNone/>
            </a:pPr>
            <a:r>
              <a:rPr lang="fr-FR" sz="2800" dirty="0">
                <a:solidFill>
                  <a:srgbClr val="00B0F0"/>
                </a:solidFill>
              </a:rPr>
              <a:t>test</a:t>
            </a:r>
            <a:r>
              <a:rPr lang="fr-FR" sz="2800" dirty="0"/>
              <a:t> </a:t>
            </a:r>
            <a:r>
              <a:rPr lang="fr-FR" sz="2800" dirty="0" smtClean="0"/>
              <a:t>"</a:t>
            </a:r>
            <a:r>
              <a:rPr lang="fr-FR" sz="2800" dirty="0"/>
              <a:t>i1" </a:t>
            </a:r>
            <a:r>
              <a:rPr lang="fr-FR" sz="2800" dirty="0">
                <a:solidFill>
                  <a:srgbClr val="00B050"/>
                </a:solidFill>
              </a:rPr>
              <a:t>-</a:t>
            </a:r>
            <a:r>
              <a:rPr lang="fr-FR" sz="2800" dirty="0" err="1">
                <a:solidFill>
                  <a:srgbClr val="00B050"/>
                </a:solidFill>
              </a:rPr>
              <a:t>lt</a:t>
            </a:r>
            <a:r>
              <a:rPr lang="fr-FR" sz="2800" dirty="0">
                <a:solidFill>
                  <a:srgbClr val="00B050"/>
                </a:solidFill>
              </a:rPr>
              <a:t> </a:t>
            </a:r>
            <a:r>
              <a:rPr lang="fr-FR" sz="2800" dirty="0"/>
              <a:t>"i2": Teste si i1 est inférieur à i2</a:t>
            </a:r>
          </a:p>
          <a:p>
            <a:pPr marL="507912" lvl="1" indent="0" defTabSz="1179667">
              <a:buNone/>
            </a:pPr>
            <a:r>
              <a:rPr lang="fr-FR" sz="2800" dirty="0">
                <a:solidFill>
                  <a:srgbClr val="00B0F0"/>
                </a:solidFill>
              </a:rPr>
              <a:t>test</a:t>
            </a:r>
            <a:r>
              <a:rPr lang="fr-FR" sz="2800" dirty="0"/>
              <a:t> </a:t>
            </a:r>
            <a:r>
              <a:rPr lang="fr-FR" sz="2800" dirty="0" smtClean="0"/>
              <a:t>"</a:t>
            </a:r>
            <a:r>
              <a:rPr lang="fr-FR" sz="2800" dirty="0"/>
              <a:t>i1" </a:t>
            </a:r>
            <a:r>
              <a:rPr lang="fr-FR" sz="2800" dirty="0">
                <a:solidFill>
                  <a:srgbClr val="00B050"/>
                </a:solidFill>
              </a:rPr>
              <a:t>-</a:t>
            </a:r>
            <a:r>
              <a:rPr lang="fr-FR" sz="2800" dirty="0" err="1">
                <a:solidFill>
                  <a:srgbClr val="00B050"/>
                </a:solidFill>
              </a:rPr>
              <a:t>ge</a:t>
            </a:r>
            <a:r>
              <a:rPr lang="fr-FR" sz="2800" dirty="0">
                <a:solidFill>
                  <a:srgbClr val="00B050"/>
                </a:solidFill>
              </a:rPr>
              <a:t> </a:t>
            </a:r>
            <a:r>
              <a:rPr lang="fr-FR" sz="2800" dirty="0"/>
              <a:t>"i2": Teste si i1 est plus grand ou égal à i2</a:t>
            </a:r>
          </a:p>
          <a:p>
            <a:pPr marL="507912" lvl="1" indent="0" defTabSz="1179667">
              <a:buNone/>
            </a:pPr>
            <a:r>
              <a:rPr lang="fr-FR" sz="2800" dirty="0">
                <a:solidFill>
                  <a:srgbClr val="00B0F0"/>
                </a:solidFill>
              </a:rPr>
              <a:t>test</a:t>
            </a:r>
            <a:r>
              <a:rPr lang="fr-FR" sz="2800" dirty="0"/>
              <a:t> </a:t>
            </a:r>
            <a:r>
              <a:rPr lang="fr-FR" sz="2800" dirty="0" smtClean="0"/>
              <a:t>"</a:t>
            </a:r>
            <a:r>
              <a:rPr lang="fr-FR" sz="2800" dirty="0"/>
              <a:t>i1" </a:t>
            </a:r>
            <a:r>
              <a:rPr lang="fr-FR" sz="2800" dirty="0">
                <a:solidFill>
                  <a:srgbClr val="00B050"/>
                </a:solidFill>
              </a:rPr>
              <a:t>-le </a:t>
            </a:r>
            <a:r>
              <a:rPr lang="fr-FR" sz="2800" dirty="0"/>
              <a:t>"i2": Teste si i1 est inférieur ou égal à i2</a:t>
            </a:r>
          </a:p>
          <a:p>
            <a:pPr>
              <a:buFont typeface="Arial" charset="0"/>
              <a:buNone/>
            </a:pPr>
            <a:endParaRPr lang="fr-FR" sz="2838" dirty="0" smtClean="0"/>
          </a:p>
          <a:p>
            <a:pPr>
              <a:buFont typeface="Arial" charset="0"/>
              <a:buNone/>
            </a:pPr>
            <a:endParaRPr lang="fr-FR" sz="2838" dirty="0"/>
          </a:p>
        </p:txBody>
      </p:sp>
      <p:sp>
        <p:nvSpPr>
          <p:cNvPr id="5" name="Rectangle 4"/>
          <p:cNvSpPr/>
          <p:nvPr/>
        </p:nvSpPr>
        <p:spPr>
          <a:xfrm>
            <a:off x="278369" y="730090"/>
            <a:ext cx="1248513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4800" dirty="0" smtClean="0">
                <a:solidFill>
                  <a:srgbClr val="D93E2B"/>
                </a:solidFill>
                <a:latin typeface="+mn-lt"/>
                <a:ea typeface="+mn-ea"/>
                <a:cs typeface="+mn-cs"/>
              </a:rPr>
              <a:t>test sur les nombres 1/2</a:t>
            </a:r>
            <a:endParaRPr lang="fr-FR" sz="4800" dirty="0">
              <a:solidFill>
                <a:srgbClr val="D93E2B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5722009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8912" y="3205162"/>
            <a:ext cx="10103047" cy="433863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78369" y="730090"/>
            <a:ext cx="1248513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4800" dirty="0" smtClean="0">
                <a:solidFill>
                  <a:srgbClr val="D93E2B"/>
                </a:solidFill>
                <a:latin typeface="+mn-lt"/>
                <a:ea typeface="+mn-ea"/>
                <a:cs typeface="+mn-cs"/>
              </a:rPr>
              <a:t>test sur les nombres 2/2</a:t>
            </a:r>
            <a:endParaRPr lang="fr-FR" sz="4800" dirty="0">
              <a:solidFill>
                <a:srgbClr val="D93E2B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974033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>
          <a:xfrm>
            <a:off x="237914" y="1077698"/>
            <a:ext cx="12633536" cy="868352"/>
          </a:xfrm>
        </p:spPr>
        <p:txBody>
          <a:bodyPr>
            <a:noAutofit/>
          </a:bodyPr>
          <a:lstStyle/>
          <a:p>
            <a:r>
              <a:rPr lang="fr-FR" sz="5400" dirty="0" smtClean="0"/>
              <a:t>test </a:t>
            </a:r>
            <a:r>
              <a:rPr lang="fr-FR" sz="5400" dirty="0"/>
              <a:t>sur </a:t>
            </a:r>
            <a:r>
              <a:rPr lang="fr-FR" sz="5400" dirty="0" smtClean="0"/>
              <a:t>les chaînes de caractères 1/2</a:t>
            </a:r>
            <a:endParaRPr lang="fr-FR" sz="5400" dirty="0"/>
          </a:p>
        </p:txBody>
      </p:sp>
      <p:sp>
        <p:nvSpPr>
          <p:cNvPr id="17412" name="Rectangle 3"/>
          <p:cNvSpPr>
            <a:spLocks noGrp="1" noChangeArrowheads="1"/>
          </p:cNvSpPr>
          <p:nvPr>
            <p:ph idx="1"/>
          </p:nvPr>
        </p:nvSpPr>
        <p:spPr>
          <a:xfrm>
            <a:off x="1117204" y="3238500"/>
            <a:ext cx="10233855" cy="5200125"/>
          </a:xfrm>
        </p:spPr>
        <p:txBody>
          <a:bodyPr>
            <a:normAutofit/>
          </a:bodyPr>
          <a:lstStyle/>
          <a:p>
            <a:pPr marL="469900" lvl="1" indent="0" defTabSz="1179667">
              <a:buNone/>
            </a:pPr>
            <a:r>
              <a:rPr lang="fr-FR" sz="2800" dirty="0" smtClean="0">
                <a:solidFill>
                  <a:srgbClr val="00B0F0"/>
                </a:solidFill>
              </a:rPr>
              <a:t>test</a:t>
            </a:r>
            <a:r>
              <a:rPr lang="fr-FR" sz="2800" dirty="0" smtClean="0">
                <a:solidFill>
                  <a:srgbClr val="FF0000"/>
                </a:solidFill>
              </a:rPr>
              <a:t> </a:t>
            </a:r>
            <a:r>
              <a:rPr lang="fr-FR" sz="2800" dirty="0" smtClean="0">
                <a:solidFill>
                  <a:srgbClr val="00B050"/>
                </a:solidFill>
              </a:rPr>
              <a:t>-n </a:t>
            </a:r>
            <a:r>
              <a:rPr lang="fr-FR" sz="2800" dirty="0"/>
              <a:t>"</a:t>
            </a:r>
            <a:r>
              <a:rPr lang="fr-FR" sz="2800" dirty="0" smtClean="0"/>
              <a:t>string"  : </a:t>
            </a:r>
            <a:r>
              <a:rPr lang="fr-FR" sz="2800" dirty="0"/>
              <a:t>Teste si la longueur de </a:t>
            </a:r>
            <a:r>
              <a:rPr lang="fr-FR" sz="2800" dirty="0" smtClean="0"/>
              <a:t>la chaîne string est différente </a:t>
            </a:r>
            <a:r>
              <a:rPr lang="fr-FR" sz="2800" dirty="0"/>
              <a:t>de zéro</a:t>
            </a:r>
          </a:p>
          <a:p>
            <a:pPr marL="507912" lvl="1" indent="0" defTabSz="1179667">
              <a:buNone/>
            </a:pPr>
            <a:r>
              <a:rPr lang="fr-FR" sz="2800" dirty="0">
                <a:solidFill>
                  <a:srgbClr val="00B0F0"/>
                </a:solidFill>
              </a:rPr>
              <a:t>test</a:t>
            </a:r>
            <a:r>
              <a:rPr lang="fr-FR" sz="2800" dirty="0" smtClean="0">
                <a:solidFill>
                  <a:srgbClr val="FF0000"/>
                </a:solidFill>
              </a:rPr>
              <a:t> </a:t>
            </a:r>
            <a:r>
              <a:rPr lang="fr-FR" sz="2800" dirty="0" smtClean="0">
                <a:solidFill>
                  <a:srgbClr val="00B050"/>
                </a:solidFill>
              </a:rPr>
              <a:t>-z </a:t>
            </a:r>
            <a:r>
              <a:rPr lang="fr-FR" sz="2800" dirty="0" smtClean="0"/>
              <a:t>"string</a:t>
            </a:r>
            <a:r>
              <a:rPr lang="fr-FR" sz="2800" dirty="0"/>
              <a:t>": Teste si la chaîne string est égale à zéro</a:t>
            </a:r>
          </a:p>
          <a:p>
            <a:pPr marL="507912" lvl="1" indent="0" defTabSz="1179667">
              <a:buNone/>
            </a:pPr>
            <a:r>
              <a:rPr lang="fr-FR" sz="2800" dirty="0">
                <a:solidFill>
                  <a:srgbClr val="00B0F0"/>
                </a:solidFill>
              </a:rPr>
              <a:t>test</a:t>
            </a:r>
            <a:r>
              <a:rPr lang="fr-FR" sz="2800" dirty="0" smtClean="0"/>
              <a:t> "s1</a:t>
            </a:r>
            <a:r>
              <a:rPr lang="fr-FR" sz="2800" dirty="0"/>
              <a:t>" </a:t>
            </a:r>
            <a:r>
              <a:rPr lang="fr-FR" sz="2800" dirty="0">
                <a:solidFill>
                  <a:srgbClr val="00B050"/>
                </a:solidFill>
              </a:rPr>
              <a:t>=</a:t>
            </a:r>
            <a:r>
              <a:rPr lang="fr-FR" sz="2800" dirty="0"/>
              <a:t> "s2": Teste si la chaîne s1 est égale à s2</a:t>
            </a:r>
          </a:p>
          <a:p>
            <a:pPr marL="507912" lvl="1" indent="0" defTabSz="1179667">
              <a:buNone/>
            </a:pPr>
            <a:r>
              <a:rPr lang="fr-FR" sz="2800" dirty="0">
                <a:solidFill>
                  <a:srgbClr val="00B0F0"/>
                </a:solidFill>
              </a:rPr>
              <a:t>test</a:t>
            </a:r>
            <a:r>
              <a:rPr lang="fr-FR" sz="2800" dirty="0" smtClean="0"/>
              <a:t> "s1"  </a:t>
            </a:r>
            <a:r>
              <a:rPr lang="fr-FR" sz="2800" dirty="0" smtClean="0">
                <a:solidFill>
                  <a:srgbClr val="00B050"/>
                </a:solidFill>
              </a:rPr>
              <a:t>!=</a:t>
            </a:r>
            <a:r>
              <a:rPr lang="fr-FR" sz="2800" dirty="0" smtClean="0"/>
              <a:t>  "</a:t>
            </a:r>
            <a:r>
              <a:rPr lang="fr-FR" sz="2800" dirty="0"/>
              <a:t>s2": Teste si la chaîne s1 n'est pas égale à </a:t>
            </a:r>
            <a:r>
              <a:rPr lang="fr-FR" sz="2800" dirty="0" smtClean="0"/>
              <a:t>s2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xmlns="" val="42420126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237914" y="1077698"/>
            <a:ext cx="12633536" cy="8683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Autofit/>
          </a:bodyPr>
          <a:lstStyle>
            <a:lvl1pPr marL="0" marR="0" indent="0" algn="ctr" defTabSz="584200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000" b="0" i="0" u="none" strike="noStrike" cap="none" spc="0" baseline="0">
                <a:solidFill>
                  <a:srgbClr val="D93E2B"/>
                </a:solidFill>
                <a:uFillTx/>
                <a:latin typeface="+mn-lt"/>
                <a:ea typeface="+mn-ea"/>
                <a:cs typeface="+mn-cs"/>
                <a:sym typeface="Bodoni SvtyTwo ITC TT-Book"/>
              </a:defRPr>
            </a:lvl1pPr>
            <a:lvl2pPr marL="0" marR="0" indent="228600" algn="ctr" defTabSz="584200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000" b="0" i="0" u="none" strike="noStrike" cap="none" spc="0" baseline="0">
                <a:solidFill>
                  <a:srgbClr val="D93E2B"/>
                </a:solidFill>
                <a:uFillTx/>
                <a:latin typeface="+mn-lt"/>
                <a:ea typeface="+mn-ea"/>
                <a:cs typeface="+mn-cs"/>
                <a:sym typeface="Bodoni SvtyTwo ITC TT-Book"/>
              </a:defRPr>
            </a:lvl2pPr>
            <a:lvl3pPr marL="0" marR="0" indent="457200" algn="ctr" defTabSz="584200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000" b="0" i="0" u="none" strike="noStrike" cap="none" spc="0" baseline="0">
                <a:solidFill>
                  <a:srgbClr val="D93E2B"/>
                </a:solidFill>
                <a:uFillTx/>
                <a:latin typeface="+mn-lt"/>
                <a:ea typeface="+mn-ea"/>
                <a:cs typeface="+mn-cs"/>
                <a:sym typeface="Bodoni SvtyTwo ITC TT-Book"/>
              </a:defRPr>
            </a:lvl3pPr>
            <a:lvl4pPr marL="0" marR="0" indent="685800" algn="ctr" defTabSz="584200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000" b="0" i="0" u="none" strike="noStrike" cap="none" spc="0" baseline="0">
                <a:solidFill>
                  <a:srgbClr val="D93E2B"/>
                </a:solidFill>
                <a:uFillTx/>
                <a:latin typeface="+mn-lt"/>
                <a:ea typeface="+mn-ea"/>
                <a:cs typeface="+mn-cs"/>
                <a:sym typeface="Bodoni SvtyTwo ITC TT-Book"/>
              </a:defRPr>
            </a:lvl4pPr>
            <a:lvl5pPr marL="0" marR="0" indent="914400" algn="ctr" defTabSz="584200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000" b="0" i="0" u="none" strike="noStrike" cap="none" spc="0" baseline="0">
                <a:solidFill>
                  <a:srgbClr val="D93E2B"/>
                </a:solidFill>
                <a:uFillTx/>
                <a:latin typeface="+mn-lt"/>
                <a:ea typeface="+mn-ea"/>
                <a:cs typeface="+mn-cs"/>
                <a:sym typeface="Bodoni SvtyTwo ITC TT-Book"/>
              </a:defRPr>
            </a:lvl5pPr>
            <a:lvl6pPr marL="0" marR="0" indent="1143000" algn="ctr" defTabSz="584200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000" b="0" i="0" u="none" strike="noStrike" cap="none" spc="0" baseline="0">
                <a:solidFill>
                  <a:srgbClr val="D93E2B"/>
                </a:solidFill>
                <a:uFillTx/>
                <a:latin typeface="+mn-lt"/>
                <a:ea typeface="+mn-ea"/>
                <a:cs typeface="+mn-cs"/>
                <a:sym typeface="Bodoni SvtyTwo ITC TT-Book"/>
              </a:defRPr>
            </a:lvl6pPr>
            <a:lvl7pPr marL="0" marR="0" indent="1371600" algn="ctr" defTabSz="584200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000" b="0" i="0" u="none" strike="noStrike" cap="none" spc="0" baseline="0">
                <a:solidFill>
                  <a:srgbClr val="D93E2B"/>
                </a:solidFill>
                <a:uFillTx/>
                <a:latin typeface="+mn-lt"/>
                <a:ea typeface="+mn-ea"/>
                <a:cs typeface="+mn-cs"/>
                <a:sym typeface="Bodoni SvtyTwo ITC TT-Book"/>
              </a:defRPr>
            </a:lvl7pPr>
            <a:lvl8pPr marL="0" marR="0" indent="1600200" algn="ctr" defTabSz="584200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000" b="0" i="0" u="none" strike="noStrike" cap="none" spc="0" baseline="0">
                <a:solidFill>
                  <a:srgbClr val="D93E2B"/>
                </a:solidFill>
                <a:uFillTx/>
                <a:latin typeface="+mn-lt"/>
                <a:ea typeface="+mn-ea"/>
                <a:cs typeface="+mn-cs"/>
                <a:sym typeface="Bodoni SvtyTwo ITC TT-Book"/>
              </a:defRPr>
            </a:lvl8pPr>
            <a:lvl9pPr marL="0" marR="0" indent="1828800" algn="ctr" defTabSz="584200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000" b="0" i="0" u="none" strike="noStrike" cap="none" spc="0" baseline="0">
                <a:solidFill>
                  <a:srgbClr val="D93E2B"/>
                </a:solidFill>
                <a:uFillTx/>
                <a:latin typeface="+mn-lt"/>
                <a:ea typeface="+mn-ea"/>
                <a:cs typeface="+mn-cs"/>
                <a:sym typeface="Bodoni SvtyTwo ITC TT-Book"/>
              </a:defRPr>
            </a:lvl9pPr>
          </a:lstStyle>
          <a:p>
            <a:pPr hangingPunct="1"/>
            <a:r>
              <a:rPr lang="fr-FR" sz="5400" dirty="0" smtClean="0"/>
              <a:t>test sur les chaînes de caractères 2/2</a:t>
            </a:r>
            <a:endParaRPr lang="fr-FR" sz="5400" dirty="0"/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5880" y="3238500"/>
            <a:ext cx="10720942" cy="556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9933603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78369" y="730090"/>
            <a:ext cx="1248513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4800" dirty="0" smtClean="0">
                <a:solidFill>
                  <a:srgbClr val="D93E2B"/>
                </a:solidFill>
                <a:latin typeface="+mn-lt"/>
                <a:ea typeface="+mn-ea"/>
                <a:cs typeface="+mn-cs"/>
              </a:rPr>
              <a:t>test vs [ ]</a:t>
            </a:r>
            <a:endParaRPr lang="fr-FR" sz="4800" dirty="0">
              <a:solidFill>
                <a:srgbClr val="D93E2B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ZoneTexte 1"/>
          <p:cNvSpPr txBox="1"/>
          <p:nvPr/>
        </p:nvSpPr>
        <p:spPr>
          <a:xfrm>
            <a:off x="533400" y="4629765"/>
            <a:ext cx="4838700" cy="1579920"/>
          </a:xfrm>
          <a:prstGeom prst="rect">
            <a:avLst/>
          </a:prstGeom>
          <a:noFill/>
          <a:ln w="28575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fr-FR" sz="3200" b="1" dirty="0">
                <a:solidFill>
                  <a:srgbClr val="00B0F0"/>
                </a:solidFill>
              </a:rPr>
              <a:t>t</a:t>
            </a:r>
            <a:r>
              <a:rPr kumimoji="0" lang="fr-FR" sz="3200" b="1" i="0" u="none" strike="noStrike" cap="none" spc="0" normalizeH="0" baseline="0" dirty="0" smtClean="0">
                <a:ln>
                  <a:noFill/>
                </a:ln>
                <a:solidFill>
                  <a:srgbClr val="00B0F0"/>
                </a:solidFill>
                <a:effectLst/>
                <a:uFillTx/>
                <a:sym typeface="Palatino"/>
              </a:rPr>
              <a:t>est</a:t>
            </a:r>
            <a:r>
              <a:rPr kumimoji="0" lang="fr-FR" sz="3200" b="0" i="0" u="none" strike="noStrike" cap="none" spc="0" normalizeH="0" baseline="0" dirty="0" smtClean="0">
                <a:ln>
                  <a:noFill/>
                </a:ln>
                <a:solidFill>
                  <a:srgbClr val="414141"/>
                </a:solidFill>
                <a:effectLst/>
                <a:uFillTx/>
                <a:sym typeface="Palatino"/>
              </a:rPr>
              <a:t> –e fichier</a:t>
            </a:r>
          </a:p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fr-FR" sz="3200" b="1" dirty="0" smtClean="0">
                <a:solidFill>
                  <a:srgbClr val="00B0F0"/>
                </a:solidFill>
              </a:rPr>
              <a:t>test</a:t>
            </a:r>
            <a:r>
              <a:rPr lang="fr-FR" sz="3200" dirty="0" smtClean="0"/>
              <a:t> $v1 –</a:t>
            </a:r>
            <a:r>
              <a:rPr lang="fr-FR" sz="3200" dirty="0" err="1" smtClean="0"/>
              <a:t>eq</a:t>
            </a:r>
            <a:r>
              <a:rPr lang="fr-FR" sz="3200" dirty="0" smtClean="0"/>
              <a:t> $v2</a:t>
            </a:r>
          </a:p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fr-FR" sz="3200" b="1" dirty="0" smtClean="0">
                <a:solidFill>
                  <a:srgbClr val="00B0F0"/>
                </a:solidFill>
              </a:rPr>
              <a:t>test</a:t>
            </a:r>
            <a:r>
              <a:rPr lang="fr-FR" sz="3200" dirty="0" smtClean="0"/>
              <a:t> $chaine1 = $chaine2</a:t>
            </a:r>
            <a:r>
              <a:rPr lang="fr-FR" dirty="0" smtClean="0"/>
              <a:t> </a:t>
            </a:r>
            <a:r>
              <a:rPr kumimoji="0" lang="fr-FR" sz="2400" b="0" i="0" u="none" strike="noStrike" cap="none" spc="0" normalizeH="0" baseline="0" dirty="0" smtClean="0">
                <a:ln>
                  <a:noFill/>
                </a:ln>
                <a:solidFill>
                  <a:srgbClr val="414141"/>
                </a:solidFill>
                <a:effectLst/>
                <a:uFillTx/>
                <a:latin typeface="Palatino"/>
                <a:ea typeface="Palatino"/>
                <a:cs typeface="Palatino"/>
                <a:sym typeface="Palatino"/>
              </a:rPr>
              <a:t> </a:t>
            </a:r>
            <a:endParaRPr kumimoji="0" lang="fr-FR" sz="2400" b="0" i="0" u="none" strike="noStrike" cap="none" spc="0" normalizeH="0" baseline="0" dirty="0">
              <a:ln>
                <a:noFill/>
              </a:ln>
              <a:solidFill>
                <a:srgbClr val="414141"/>
              </a:solidFill>
              <a:effectLst/>
              <a:uFillTx/>
              <a:latin typeface="Palatino"/>
              <a:ea typeface="Palatino"/>
              <a:cs typeface="Palatino"/>
              <a:sym typeface="Palatino"/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7277100" y="4629765"/>
            <a:ext cx="4610100" cy="1579920"/>
          </a:xfrm>
          <a:prstGeom prst="rect">
            <a:avLst/>
          </a:prstGeom>
          <a:noFill/>
          <a:ln w="28575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fr-FR" sz="3200" b="1" dirty="0" smtClean="0">
                <a:solidFill>
                  <a:srgbClr val="00B0F0"/>
                </a:solidFill>
              </a:rPr>
              <a:t>[</a:t>
            </a:r>
            <a:r>
              <a:rPr lang="fr-FR" sz="3200" dirty="0" smtClean="0"/>
              <a:t> </a:t>
            </a:r>
            <a:r>
              <a:rPr kumimoji="0" lang="fr-FR" sz="3200" b="0" i="0" u="none" strike="noStrike" cap="none" spc="0" normalizeH="0" baseline="0" dirty="0" smtClean="0">
                <a:ln>
                  <a:noFill/>
                </a:ln>
                <a:solidFill>
                  <a:srgbClr val="414141"/>
                </a:solidFill>
                <a:effectLst/>
                <a:uFillTx/>
                <a:sym typeface="Palatino"/>
              </a:rPr>
              <a:t>–e fichier </a:t>
            </a:r>
            <a:r>
              <a:rPr kumimoji="0" lang="fr-FR" sz="3200" b="1" i="0" u="none" strike="noStrike" cap="none" spc="0" normalizeH="0" baseline="0" dirty="0" smtClean="0">
                <a:ln>
                  <a:noFill/>
                </a:ln>
                <a:solidFill>
                  <a:srgbClr val="00B0F0"/>
                </a:solidFill>
                <a:effectLst/>
                <a:uFillTx/>
                <a:sym typeface="Palatino"/>
              </a:rPr>
              <a:t>]</a:t>
            </a:r>
          </a:p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fr-FR" sz="3200" b="1" dirty="0" smtClean="0">
                <a:solidFill>
                  <a:srgbClr val="00B0F0"/>
                </a:solidFill>
              </a:rPr>
              <a:t>[</a:t>
            </a:r>
            <a:r>
              <a:rPr lang="fr-FR" sz="3200" dirty="0" smtClean="0"/>
              <a:t> $v1 –</a:t>
            </a:r>
            <a:r>
              <a:rPr lang="fr-FR" sz="3200" dirty="0" err="1" smtClean="0"/>
              <a:t>eq</a:t>
            </a:r>
            <a:r>
              <a:rPr lang="fr-FR" sz="3200" dirty="0" smtClean="0"/>
              <a:t> $v2 </a:t>
            </a:r>
            <a:r>
              <a:rPr lang="fr-FR" sz="3200" b="1" dirty="0" smtClean="0">
                <a:solidFill>
                  <a:srgbClr val="00B0F0"/>
                </a:solidFill>
              </a:rPr>
              <a:t>]</a:t>
            </a:r>
          </a:p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fr-FR" sz="3200" b="1" dirty="0" smtClean="0">
                <a:solidFill>
                  <a:srgbClr val="00B0F0"/>
                </a:solidFill>
              </a:rPr>
              <a:t>[</a:t>
            </a:r>
            <a:r>
              <a:rPr lang="fr-FR" sz="3200" dirty="0" smtClean="0"/>
              <a:t> $chaine1 = $chaine2 </a:t>
            </a:r>
            <a:r>
              <a:rPr lang="fr-FR" sz="3200" b="1" dirty="0" smtClean="0">
                <a:solidFill>
                  <a:srgbClr val="00B0F0"/>
                </a:solidFill>
              </a:rPr>
              <a:t>]</a:t>
            </a:r>
            <a:endParaRPr kumimoji="0" lang="fr-FR" sz="3200" b="1" i="0" u="none" strike="noStrike" cap="none" spc="0" normalizeH="0" baseline="0" dirty="0">
              <a:ln>
                <a:noFill/>
              </a:ln>
              <a:solidFill>
                <a:srgbClr val="00B0F0"/>
              </a:solidFill>
              <a:effectLst/>
              <a:uFillTx/>
              <a:sym typeface="Palatino"/>
            </a:endParaRPr>
          </a:p>
        </p:txBody>
      </p:sp>
      <p:sp>
        <p:nvSpPr>
          <p:cNvPr id="3" name="Double flèche horizontale 2"/>
          <p:cNvSpPr/>
          <p:nvPr/>
        </p:nvSpPr>
        <p:spPr>
          <a:xfrm>
            <a:off x="5734050" y="5210175"/>
            <a:ext cx="1085850" cy="390525"/>
          </a:xfrm>
          <a:prstGeom prst="leftRightArrow">
            <a:avLst/>
          </a:prstGeom>
          <a:solidFill>
            <a:srgbClr val="00B05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>
                <a:outerShdw blurRad="25400" dist="33948" dir="2700000" rotWithShape="0">
                  <a:srgbClr val="3B3936"/>
                </a:outerShdw>
              </a:effectLst>
              <a:uFillTx/>
              <a:latin typeface="Palatino"/>
              <a:ea typeface="Palatino"/>
              <a:cs typeface="Palatino"/>
              <a:sym typeface="Palatino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5238267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>
          <a:xfrm>
            <a:off x="1638300" y="1072355"/>
            <a:ext cx="9848849" cy="784386"/>
          </a:xfrm>
        </p:spPr>
        <p:txBody>
          <a:bodyPr>
            <a:normAutofit fontScale="90000"/>
          </a:bodyPr>
          <a:lstStyle/>
          <a:p>
            <a:pPr eaLnBrk="1"/>
            <a:r>
              <a:rPr lang="fr-FR" sz="6000" dirty="0"/>
              <a:t>Combinaison </a:t>
            </a:r>
            <a:r>
              <a:rPr lang="fr-FR" sz="6000" dirty="0" smtClean="0"/>
              <a:t>des options</a:t>
            </a:r>
            <a:r>
              <a:rPr lang="fr-FR" sz="3096" b="1" dirty="0">
                <a:solidFill>
                  <a:schemeClr val="bg1"/>
                </a:solidFill>
              </a:rPr>
              <a:t/>
            </a:r>
            <a:br>
              <a:rPr lang="fr-FR" sz="3096" b="1" dirty="0">
                <a:solidFill>
                  <a:schemeClr val="bg1"/>
                </a:solidFill>
              </a:rPr>
            </a:br>
            <a:endParaRPr lang="fr-FR" sz="3096" b="1" dirty="0">
              <a:solidFill>
                <a:schemeClr val="bg1"/>
              </a:solidFill>
            </a:endParaRPr>
          </a:p>
        </p:txBody>
      </p:sp>
      <p:sp>
        <p:nvSpPr>
          <p:cNvPr id="18436" name="Rectangle 3"/>
          <p:cNvSpPr>
            <a:spLocks noGrp="1" noChangeArrowheads="1"/>
          </p:cNvSpPr>
          <p:nvPr>
            <p:ph idx="1"/>
          </p:nvPr>
        </p:nvSpPr>
        <p:spPr>
          <a:xfrm>
            <a:off x="743425" y="2646528"/>
            <a:ext cx="10622975" cy="5081089"/>
          </a:xfrm>
        </p:spPr>
        <p:txBody>
          <a:bodyPr>
            <a:normAutofit/>
          </a:bodyPr>
          <a:lstStyle/>
          <a:p>
            <a:pPr marL="507912" lvl="1" indent="0" defTabSz="1179667">
              <a:buNone/>
            </a:pPr>
            <a:r>
              <a:rPr lang="fr-FR" sz="2800" dirty="0" smtClean="0">
                <a:solidFill>
                  <a:srgbClr val="00B050"/>
                </a:solidFill>
              </a:rPr>
              <a:t>!</a:t>
            </a:r>
            <a:r>
              <a:rPr lang="fr-FR" sz="2800" dirty="0" smtClean="0">
                <a:solidFill>
                  <a:srgbClr val="FF0000"/>
                </a:solidFill>
              </a:rPr>
              <a:t> </a:t>
            </a:r>
            <a:r>
              <a:rPr lang="fr-FR" sz="2800" dirty="0" smtClean="0"/>
              <a:t>: </a:t>
            </a:r>
            <a:r>
              <a:rPr lang="fr-FR" sz="2800" dirty="0"/>
              <a:t>Condition </a:t>
            </a:r>
            <a:r>
              <a:rPr lang="fr-FR" sz="2800" dirty="0" smtClean="0"/>
              <a:t>Not     </a:t>
            </a:r>
            <a:r>
              <a:rPr lang="fr-FR" sz="2800" b="1" dirty="0" smtClean="0"/>
              <a:t>[ </a:t>
            </a:r>
            <a:r>
              <a:rPr lang="fr-FR" sz="2800" b="1" dirty="0" smtClean="0">
                <a:solidFill>
                  <a:srgbClr val="00B050"/>
                </a:solidFill>
              </a:rPr>
              <a:t>!</a:t>
            </a:r>
            <a:r>
              <a:rPr lang="fr-FR" sz="2800" b="1" dirty="0" smtClean="0"/>
              <a:t> </a:t>
            </a:r>
            <a:r>
              <a:rPr lang="fr-FR" sz="2800" b="1" dirty="0"/>
              <a:t>–d /</a:t>
            </a:r>
            <a:r>
              <a:rPr lang="fr-FR" sz="2800" b="1" dirty="0" err="1" smtClean="0"/>
              <a:t>etc</a:t>
            </a:r>
            <a:r>
              <a:rPr lang="fr-FR" sz="2800" b="1" dirty="0" smtClean="0"/>
              <a:t>/group ]</a:t>
            </a:r>
            <a:endParaRPr lang="fr-FR" sz="2800" dirty="0"/>
          </a:p>
          <a:p>
            <a:pPr marL="507912" lvl="1" indent="0" defTabSz="1179667">
              <a:buNone/>
            </a:pPr>
            <a:r>
              <a:rPr lang="fr-FR" sz="2800" dirty="0" smtClean="0">
                <a:solidFill>
                  <a:srgbClr val="00B050"/>
                </a:solidFill>
              </a:rPr>
              <a:t>-a </a:t>
            </a:r>
            <a:r>
              <a:rPr lang="fr-FR" sz="2800" dirty="0" smtClean="0"/>
              <a:t>: </a:t>
            </a:r>
            <a:r>
              <a:rPr lang="fr-FR" sz="2800" dirty="0"/>
              <a:t>Condition </a:t>
            </a:r>
            <a:r>
              <a:rPr lang="fr-FR" sz="2800" dirty="0" smtClean="0"/>
              <a:t>AND </a:t>
            </a:r>
            <a:r>
              <a:rPr lang="fr-FR" sz="2800" b="1" dirty="0" smtClean="0"/>
              <a:t>[ -</a:t>
            </a:r>
            <a:r>
              <a:rPr lang="fr-FR" sz="2800" b="1" dirty="0"/>
              <a:t>f  script.sh </a:t>
            </a:r>
            <a:r>
              <a:rPr lang="fr-FR" sz="2800" b="1" dirty="0">
                <a:solidFill>
                  <a:srgbClr val="00B050"/>
                </a:solidFill>
              </a:rPr>
              <a:t>-a </a:t>
            </a:r>
            <a:r>
              <a:rPr lang="fr-FR" sz="2800" b="1" dirty="0"/>
              <a:t>-x </a:t>
            </a:r>
            <a:r>
              <a:rPr lang="fr-FR" sz="2800" b="1" dirty="0" smtClean="0"/>
              <a:t>script.sh ]</a:t>
            </a:r>
            <a:endParaRPr lang="fr-FR" sz="2800" dirty="0"/>
          </a:p>
          <a:p>
            <a:pPr marL="507912" lvl="1" indent="0" defTabSz="1179667">
              <a:buNone/>
            </a:pPr>
            <a:r>
              <a:rPr lang="fr-FR" sz="2800" dirty="0" smtClean="0">
                <a:solidFill>
                  <a:srgbClr val="00B050"/>
                </a:solidFill>
              </a:rPr>
              <a:t>-o </a:t>
            </a:r>
            <a:r>
              <a:rPr lang="fr-FR" sz="2800" dirty="0" smtClean="0"/>
              <a:t>: </a:t>
            </a:r>
            <a:r>
              <a:rPr lang="fr-FR" sz="2800" dirty="0"/>
              <a:t>Condition </a:t>
            </a:r>
            <a:r>
              <a:rPr lang="fr-FR" sz="2800" dirty="0" smtClean="0"/>
              <a:t>OR   </a:t>
            </a:r>
            <a:r>
              <a:rPr lang="fr-FR" sz="2800" b="1" dirty="0" smtClean="0"/>
              <a:t>[ -</a:t>
            </a:r>
            <a:r>
              <a:rPr lang="fr-FR" sz="2800" b="1" dirty="0"/>
              <a:t>d script.sh </a:t>
            </a:r>
            <a:r>
              <a:rPr lang="fr-FR" sz="2800" b="1" dirty="0">
                <a:solidFill>
                  <a:srgbClr val="00B050"/>
                </a:solidFill>
              </a:rPr>
              <a:t>-o </a:t>
            </a:r>
            <a:r>
              <a:rPr lang="fr-FR" sz="2800" b="1" dirty="0"/>
              <a:t>-x </a:t>
            </a:r>
            <a:r>
              <a:rPr lang="fr-FR" sz="2800" b="1" dirty="0" smtClean="0"/>
              <a:t>script.sh ]</a:t>
            </a:r>
            <a:endParaRPr lang="fr-FR" sz="2800" dirty="0"/>
          </a:p>
          <a:p>
            <a:pPr marL="507912" lvl="1" indent="0" defTabSz="1179667">
              <a:buNone/>
            </a:pPr>
            <a:r>
              <a:rPr lang="fr-FR" sz="2800" dirty="0" smtClean="0">
                <a:solidFill>
                  <a:srgbClr val="00B050"/>
                </a:solidFill>
              </a:rPr>
              <a:t>\( \) </a:t>
            </a:r>
            <a:r>
              <a:rPr lang="fr-FR" sz="2800" dirty="0" smtClean="0"/>
              <a:t>: pour traiter un groupe d’expressions</a:t>
            </a:r>
          </a:p>
          <a:p>
            <a:pPr marL="507912" lvl="1" indent="0" defTabSz="1179667">
              <a:buNone/>
            </a:pPr>
            <a:r>
              <a:rPr lang="fr-FR" sz="2800" b="1" dirty="0" smtClean="0"/>
              <a:t>[ -</a:t>
            </a:r>
            <a:r>
              <a:rPr lang="fr-FR" sz="2800" b="1" dirty="0"/>
              <a:t>w script.sh </a:t>
            </a:r>
            <a:r>
              <a:rPr lang="fr-FR" sz="2800" b="1" dirty="0">
                <a:solidFill>
                  <a:srgbClr val="00B050"/>
                </a:solidFill>
              </a:rPr>
              <a:t>-a  \( </a:t>
            </a:r>
            <a:r>
              <a:rPr lang="fr-FR" sz="2800" b="1" dirty="0"/>
              <a:t>-e fich -o -e fich7</a:t>
            </a:r>
            <a:r>
              <a:rPr lang="fr-FR" sz="2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fr-FR" sz="2800" b="1" dirty="0" smtClean="0">
                <a:solidFill>
                  <a:srgbClr val="00B050"/>
                </a:solidFill>
              </a:rPr>
              <a:t>\)</a:t>
            </a:r>
            <a:r>
              <a:rPr lang="fr-FR" sz="2800" b="1" dirty="0" smtClean="0">
                <a:solidFill>
                  <a:srgbClr val="FF0000"/>
                </a:solidFill>
              </a:rPr>
              <a:t> </a:t>
            </a:r>
            <a:r>
              <a:rPr lang="fr-FR" sz="2800" b="1" dirty="0" smtClean="0"/>
              <a:t>]</a:t>
            </a:r>
            <a:endParaRPr lang="fr-FR" sz="2800" b="1" dirty="0"/>
          </a:p>
          <a:p>
            <a:pPr marL="507912" lvl="1" indent="0" defTabSz="1179667">
              <a:buNone/>
            </a:pP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xmlns="" val="21102399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>
          <a:xfrm>
            <a:off x="1638300" y="1072355"/>
            <a:ext cx="9848849" cy="784386"/>
          </a:xfrm>
        </p:spPr>
        <p:txBody>
          <a:bodyPr>
            <a:normAutofit fontScale="90000"/>
          </a:bodyPr>
          <a:lstStyle/>
          <a:p>
            <a:pPr eaLnBrk="1"/>
            <a:r>
              <a:rPr lang="fr-FR" sz="5400" dirty="0"/>
              <a:t>Effectuer plusieurs tests à la fois</a:t>
            </a:r>
            <a:endParaRPr lang="fr-FR" sz="3096" b="1" dirty="0">
              <a:solidFill>
                <a:schemeClr val="bg1"/>
              </a:solidFill>
            </a:endParaRPr>
          </a:p>
        </p:txBody>
      </p:sp>
      <p:sp>
        <p:nvSpPr>
          <p:cNvPr id="18436" name="Rectangle 3"/>
          <p:cNvSpPr>
            <a:spLocks noGrp="1" noChangeArrowheads="1"/>
          </p:cNvSpPr>
          <p:nvPr>
            <p:ph idx="1"/>
          </p:nvPr>
        </p:nvSpPr>
        <p:spPr>
          <a:xfrm>
            <a:off x="743425" y="2646528"/>
            <a:ext cx="10622975" cy="5081089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fr-FR" sz="2400" b="1" dirty="0">
                <a:solidFill>
                  <a:srgbClr val="00B050"/>
                </a:solidFill>
              </a:rPr>
              <a:t>OR = ||        </a:t>
            </a:r>
            <a:r>
              <a:rPr lang="fr-FR" sz="2400" b="1" dirty="0"/>
              <a:t>test –f file </a:t>
            </a:r>
            <a:r>
              <a:rPr lang="fr-FR" sz="2400" b="1" dirty="0">
                <a:solidFill>
                  <a:srgbClr val="00B050"/>
                </a:solidFill>
              </a:rPr>
              <a:t>||</a:t>
            </a:r>
            <a:r>
              <a:rPr lang="fr-FR" sz="2400" b="1" dirty="0"/>
              <a:t> </a:t>
            </a:r>
            <a:r>
              <a:rPr lang="fr-FR" sz="2400" b="1" dirty="0" err="1"/>
              <a:t>echo</a:t>
            </a:r>
            <a:r>
              <a:rPr lang="fr-FR" sz="2400" b="1" dirty="0"/>
              <a:t> « le fichier file n’existe pas </a:t>
            </a:r>
            <a:r>
              <a:rPr lang="fr-FR" sz="2400" b="1" dirty="0" smtClean="0"/>
              <a:t>»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sz="2400" b="1" dirty="0" smtClean="0"/>
              <a:t>                         [ -f file ] </a:t>
            </a:r>
            <a:r>
              <a:rPr lang="fr-FR" sz="2400" b="1" dirty="0" smtClean="0">
                <a:solidFill>
                  <a:srgbClr val="00B050"/>
                </a:solidFill>
              </a:rPr>
              <a:t>||</a:t>
            </a:r>
            <a:r>
              <a:rPr lang="fr-FR" sz="2400" b="1" dirty="0" smtClean="0"/>
              <a:t> </a:t>
            </a:r>
            <a:r>
              <a:rPr lang="fr-FR" sz="2400" b="1" dirty="0" err="1" smtClean="0"/>
              <a:t>echo</a:t>
            </a:r>
            <a:r>
              <a:rPr lang="fr-FR" sz="2400" b="1" dirty="0" smtClean="0"/>
              <a:t> « le fichier file n’existe pas »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sz="2400" b="1" dirty="0" smtClean="0">
                <a:solidFill>
                  <a:srgbClr val="00B050"/>
                </a:solidFill>
              </a:rPr>
              <a:t>AND </a:t>
            </a:r>
            <a:r>
              <a:rPr lang="fr-FR" sz="2400" b="1" dirty="0">
                <a:solidFill>
                  <a:srgbClr val="00B050"/>
                </a:solidFill>
              </a:rPr>
              <a:t>= &amp;&amp;   </a:t>
            </a:r>
            <a:r>
              <a:rPr lang="fr-FR" sz="2400" b="1" dirty="0" smtClean="0"/>
              <a:t>test </a:t>
            </a:r>
            <a:r>
              <a:rPr lang="fr-FR" sz="2400" b="1" dirty="0"/>
              <a:t>-f  file </a:t>
            </a:r>
            <a:r>
              <a:rPr lang="fr-FR" sz="2400" b="1" dirty="0">
                <a:solidFill>
                  <a:srgbClr val="00B050"/>
                </a:solidFill>
              </a:rPr>
              <a:t>&amp;&amp;</a:t>
            </a:r>
            <a:r>
              <a:rPr lang="fr-FR" sz="2400" b="1" dirty="0"/>
              <a:t> </a:t>
            </a:r>
            <a:r>
              <a:rPr lang="fr-FR" sz="2400" b="1" dirty="0" err="1"/>
              <a:t>echo</a:t>
            </a:r>
            <a:r>
              <a:rPr lang="fr-FR" sz="2400" b="1" dirty="0"/>
              <a:t> « le fichier file existe »</a:t>
            </a:r>
          </a:p>
          <a:p>
            <a:pPr marL="507912" lvl="1" indent="0" defTabSz="1179667">
              <a:buNone/>
            </a:pP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xmlns="" val="4321957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re 1"/>
          <p:cNvSpPr>
            <a:spLocks noGrp="1"/>
          </p:cNvSpPr>
          <p:nvPr>
            <p:ph type="title"/>
          </p:nvPr>
        </p:nvSpPr>
        <p:spPr>
          <a:xfrm>
            <a:off x="640319" y="851452"/>
            <a:ext cx="11704321" cy="1187466"/>
          </a:xfrm>
        </p:spPr>
        <p:txBody>
          <a:bodyPr>
            <a:normAutofit fontScale="90000"/>
          </a:bodyPr>
          <a:lstStyle/>
          <a:p>
            <a:pPr hangingPunct="1"/>
            <a:r>
              <a:rPr lang="fr-FR" sz="4128" b="1" dirty="0">
                <a:solidFill>
                  <a:schemeClr val="bg1"/>
                </a:solidFill>
              </a:rPr>
              <a:t/>
            </a:r>
            <a:br>
              <a:rPr lang="fr-FR" sz="4128" b="1" dirty="0">
                <a:solidFill>
                  <a:schemeClr val="bg1"/>
                </a:solidFill>
              </a:rPr>
            </a:br>
            <a:r>
              <a:rPr lang="fr-FR" sz="4128" b="1" dirty="0">
                <a:solidFill>
                  <a:schemeClr val="bg1"/>
                </a:solidFill>
              </a:rPr>
              <a:t> </a:t>
            </a:r>
            <a:r>
              <a:rPr lang="fr-FR" sz="6000" dirty="0"/>
              <a:t>Les structures </a:t>
            </a:r>
            <a:r>
              <a:rPr lang="fr-FR" sz="6000" dirty="0" smtClean="0"/>
              <a:t>conditionnelles if 1/2</a:t>
            </a:r>
            <a:r>
              <a:rPr lang="fr-FR" sz="6000" dirty="0"/>
              <a:t/>
            </a:r>
            <a:br>
              <a:rPr lang="fr-FR" sz="6000" dirty="0"/>
            </a:br>
            <a:endParaRPr lang="fr-FR" sz="6000" dirty="0"/>
          </a:p>
        </p:txBody>
      </p:sp>
      <p:sp>
        <p:nvSpPr>
          <p:cNvPr id="8" name="Espace réservé du numéro de diapositive 7"/>
          <p:cNvSpPr txBox="1">
            <a:spLocks noGrp="1"/>
          </p:cNvSpPr>
          <p:nvPr/>
        </p:nvSpPr>
        <p:spPr>
          <a:xfrm>
            <a:off x="11176035" y="9132299"/>
            <a:ext cx="1727166" cy="519235"/>
          </a:xfrm>
          <a:prstGeom prst="rect">
            <a:avLst/>
          </a:prstGeom>
          <a:noFill/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txBody>
          <a:bodyPr lIns="130032" tIns="65016" rIns="130032" bIns="65016" anchor="ctr"/>
          <a:lstStyle/>
          <a:p>
            <a:pPr algn="r">
              <a:defRPr/>
            </a:pPr>
            <a:r>
              <a:rPr lang="fr-BE" sz="1935" b="1" dirty="0">
                <a:solidFill>
                  <a:schemeClr val="bg1"/>
                </a:solidFill>
                <a:latin typeface="+mn-lt"/>
                <a:cs typeface="+mn-cs"/>
              </a:rPr>
              <a:t>  </a:t>
            </a:r>
          </a:p>
        </p:txBody>
      </p:sp>
      <p:sp>
        <p:nvSpPr>
          <p:cNvPr id="27663" name="Text Box 23"/>
          <p:cNvSpPr txBox="1">
            <a:spLocks noChangeArrowheads="1"/>
          </p:cNvSpPr>
          <p:nvPr/>
        </p:nvSpPr>
        <p:spPr bwMode="auto">
          <a:xfrm>
            <a:off x="3942081" y="3648700"/>
            <a:ext cx="3585351" cy="6077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30032" tIns="65016" rIns="130032" bIns="65016">
            <a:spAutoFit/>
          </a:bodyPr>
          <a:lstStyle/>
          <a:p>
            <a:pPr>
              <a:spcBef>
                <a:spcPct val="50000"/>
              </a:spcBef>
            </a:pPr>
            <a:endParaRPr lang="fr-FR" sz="3096"/>
          </a:p>
        </p:txBody>
      </p:sp>
      <p:sp>
        <p:nvSpPr>
          <p:cNvPr id="27664" name="Text Box 24"/>
          <p:cNvSpPr txBox="1">
            <a:spLocks noChangeArrowheads="1"/>
          </p:cNvSpPr>
          <p:nvPr/>
        </p:nvSpPr>
        <p:spPr bwMode="auto">
          <a:xfrm>
            <a:off x="201509" y="3171524"/>
            <a:ext cx="3481493" cy="21626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30032" tIns="65016" rIns="130032" bIns="65016">
            <a:spAutoFit/>
          </a:bodyPr>
          <a:lstStyle/>
          <a:p>
            <a:pPr marL="377979" indent="-377979" eaLnBrk="0">
              <a:spcBef>
                <a:spcPct val="20000"/>
              </a:spcBef>
            </a:pPr>
            <a:r>
              <a:rPr lang="fr-FR" b="1" u="sng" dirty="0" smtClean="0">
                <a:solidFill>
                  <a:schemeClr val="bg1"/>
                </a:solidFill>
              </a:rPr>
              <a:t>Syntaxe 1</a:t>
            </a:r>
          </a:p>
          <a:p>
            <a:pPr>
              <a:spcBef>
                <a:spcPct val="50000"/>
              </a:spcBef>
            </a:pPr>
            <a:r>
              <a:rPr lang="fr-FR" b="1" dirty="0">
                <a:solidFill>
                  <a:srgbClr val="00B0F0"/>
                </a:solidFill>
              </a:rPr>
              <a:t>if</a:t>
            </a:r>
            <a:r>
              <a:rPr lang="fr-FR" dirty="0">
                <a:solidFill>
                  <a:srgbClr val="FF0000"/>
                </a:solidFill>
              </a:rPr>
              <a:t> </a:t>
            </a:r>
            <a:r>
              <a:rPr lang="fr-FR" dirty="0"/>
              <a:t>condition </a:t>
            </a:r>
            <a:r>
              <a:rPr lang="fr-FR" b="1" dirty="0">
                <a:solidFill>
                  <a:srgbClr val="FF0000"/>
                </a:solidFill>
              </a:rPr>
              <a:t>; </a:t>
            </a:r>
            <a:r>
              <a:rPr lang="fr-FR" b="1" dirty="0" err="1">
                <a:solidFill>
                  <a:srgbClr val="FF0000"/>
                </a:solidFill>
              </a:rPr>
              <a:t>then</a:t>
            </a:r>
            <a:endParaRPr lang="fr-FR" b="1" dirty="0">
              <a:solidFill>
                <a:srgbClr val="FF0000"/>
              </a:solidFill>
            </a:endParaRPr>
          </a:p>
          <a:p>
            <a:pPr>
              <a:spcBef>
                <a:spcPct val="50000"/>
              </a:spcBef>
            </a:pPr>
            <a:r>
              <a:rPr lang="fr-FR" dirty="0"/>
              <a:t>Traitement</a:t>
            </a:r>
          </a:p>
          <a:p>
            <a:pPr>
              <a:spcBef>
                <a:spcPct val="50000"/>
              </a:spcBef>
            </a:pPr>
            <a:r>
              <a:rPr lang="fr-FR" b="1" dirty="0">
                <a:solidFill>
                  <a:srgbClr val="00B0F0"/>
                </a:solidFill>
              </a:rPr>
              <a:t>fi</a:t>
            </a:r>
          </a:p>
        </p:txBody>
      </p:sp>
      <p:sp>
        <p:nvSpPr>
          <p:cNvPr id="10" name="Text Box 24"/>
          <p:cNvSpPr txBox="1">
            <a:spLocks noChangeArrowheads="1"/>
          </p:cNvSpPr>
          <p:nvPr/>
        </p:nvSpPr>
        <p:spPr bwMode="auto">
          <a:xfrm>
            <a:off x="2925659" y="3152474"/>
            <a:ext cx="4008541" cy="31598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30032" tIns="65016" rIns="130032" bIns="65016">
            <a:spAutoFit/>
          </a:bodyPr>
          <a:lstStyle/>
          <a:p>
            <a:pPr>
              <a:spcBef>
                <a:spcPct val="50000"/>
              </a:spcBef>
            </a:pPr>
            <a:r>
              <a:rPr lang="fr-FR" b="1" u="sng" dirty="0">
                <a:solidFill>
                  <a:schemeClr val="bg1"/>
                </a:solidFill>
              </a:rPr>
              <a:t>Syntaxe </a:t>
            </a:r>
            <a:r>
              <a:rPr lang="fr-FR" b="1" u="sng" dirty="0" smtClean="0">
                <a:solidFill>
                  <a:schemeClr val="bg1"/>
                </a:solidFill>
              </a:rPr>
              <a:t>2</a:t>
            </a:r>
            <a:endParaRPr lang="fr-FR" b="1" u="sng" dirty="0">
              <a:solidFill>
                <a:schemeClr val="bg1"/>
              </a:solidFill>
            </a:endParaRPr>
          </a:p>
          <a:p>
            <a:pPr marL="377979" indent="-377979" eaLnBrk="0">
              <a:spcBef>
                <a:spcPct val="20000"/>
              </a:spcBef>
            </a:pPr>
            <a:r>
              <a:rPr lang="fr-FR" b="1" dirty="0">
                <a:solidFill>
                  <a:srgbClr val="00B0F0"/>
                </a:solidFill>
              </a:rPr>
              <a:t>if</a:t>
            </a:r>
            <a:r>
              <a:rPr lang="fr-FR" dirty="0"/>
              <a:t>  condition</a:t>
            </a:r>
          </a:p>
          <a:p>
            <a:pPr marL="377979" indent="-377979" eaLnBrk="0">
              <a:spcBef>
                <a:spcPct val="20000"/>
              </a:spcBef>
            </a:pPr>
            <a:r>
              <a:rPr lang="fr-FR" b="1" dirty="0" err="1">
                <a:solidFill>
                  <a:srgbClr val="FF0000"/>
                </a:solidFill>
              </a:rPr>
              <a:t>then</a:t>
            </a:r>
            <a:endParaRPr lang="fr-FR" b="1" dirty="0">
              <a:solidFill>
                <a:srgbClr val="FF0000"/>
              </a:solidFill>
            </a:endParaRPr>
          </a:p>
          <a:p>
            <a:pPr marL="377979" indent="-377979" eaLnBrk="0">
              <a:spcBef>
                <a:spcPct val="20000"/>
              </a:spcBef>
            </a:pPr>
            <a:r>
              <a:rPr lang="fr-FR" dirty="0"/>
              <a:t>Traitement 1</a:t>
            </a:r>
          </a:p>
          <a:p>
            <a:pPr marL="377979" indent="-377979" eaLnBrk="0">
              <a:spcBef>
                <a:spcPct val="20000"/>
              </a:spcBef>
            </a:pPr>
            <a:r>
              <a:rPr lang="fr-FR" b="1" dirty="0" err="1">
                <a:solidFill>
                  <a:srgbClr val="FF0000"/>
                </a:solidFill>
              </a:rPr>
              <a:t>else</a:t>
            </a:r>
            <a:endParaRPr lang="fr-FR" b="1" dirty="0">
              <a:solidFill>
                <a:srgbClr val="FF0000"/>
              </a:solidFill>
            </a:endParaRPr>
          </a:p>
          <a:p>
            <a:pPr marL="377979" indent="-377979" eaLnBrk="0">
              <a:spcBef>
                <a:spcPct val="20000"/>
              </a:spcBef>
            </a:pPr>
            <a:r>
              <a:rPr lang="fr-FR" dirty="0"/>
              <a:t>Traitement 2</a:t>
            </a:r>
          </a:p>
          <a:p>
            <a:pPr marL="377979" indent="-377979" eaLnBrk="0">
              <a:spcBef>
                <a:spcPct val="20000"/>
              </a:spcBef>
            </a:pPr>
            <a:r>
              <a:rPr lang="fr-FR" b="1" dirty="0">
                <a:solidFill>
                  <a:srgbClr val="00B0F0"/>
                </a:solidFill>
              </a:rPr>
              <a:t>fi</a:t>
            </a:r>
          </a:p>
        </p:txBody>
      </p:sp>
      <p:sp>
        <p:nvSpPr>
          <p:cNvPr id="11" name="Text Box 24"/>
          <p:cNvSpPr txBox="1">
            <a:spLocks noChangeArrowheads="1"/>
          </p:cNvSpPr>
          <p:nvPr/>
        </p:nvSpPr>
        <p:spPr bwMode="auto">
          <a:xfrm>
            <a:off x="5954609" y="3171524"/>
            <a:ext cx="4008541" cy="4932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30032" tIns="65016" rIns="130032" bIns="65016">
            <a:spAutoFit/>
          </a:bodyPr>
          <a:lstStyle/>
          <a:p>
            <a:pPr>
              <a:spcBef>
                <a:spcPct val="50000"/>
              </a:spcBef>
            </a:pPr>
            <a:r>
              <a:rPr lang="fr-FR" b="1" u="sng" dirty="0">
                <a:solidFill>
                  <a:schemeClr val="bg1"/>
                </a:solidFill>
              </a:rPr>
              <a:t>Syntaxe </a:t>
            </a:r>
            <a:r>
              <a:rPr lang="fr-FR" b="1" u="sng" dirty="0" smtClean="0">
                <a:solidFill>
                  <a:schemeClr val="bg1"/>
                </a:solidFill>
              </a:rPr>
              <a:t>3</a:t>
            </a:r>
            <a:endParaRPr lang="fr-FR" b="1" u="sng" dirty="0">
              <a:solidFill>
                <a:schemeClr val="bg1"/>
              </a:solidFill>
            </a:endParaRPr>
          </a:p>
          <a:p>
            <a:pPr>
              <a:spcBef>
                <a:spcPct val="50000"/>
              </a:spcBef>
            </a:pPr>
            <a:r>
              <a:rPr lang="fr-FR" b="1" dirty="0">
                <a:solidFill>
                  <a:srgbClr val="00B0F0"/>
                </a:solidFill>
              </a:rPr>
              <a:t>if</a:t>
            </a:r>
            <a:r>
              <a:rPr lang="fr-FR" dirty="0"/>
              <a:t> condition 1</a:t>
            </a:r>
          </a:p>
          <a:p>
            <a:pPr>
              <a:spcBef>
                <a:spcPct val="50000"/>
              </a:spcBef>
            </a:pPr>
            <a:r>
              <a:rPr lang="fr-FR" b="1" dirty="0" err="1">
                <a:solidFill>
                  <a:srgbClr val="FF0000"/>
                </a:solidFill>
              </a:rPr>
              <a:t>then</a:t>
            </a:r>
            <a:r>
              <a:rPr lang="fr-FR" dirty="0">
                <a:solidFill>
                  <a:srgbClr val="FF0000"/>
                </a:solidFill>
              </a:rPr>
              <a:t> </a:t>
            </a:r>
          </a:p>
          <a:p>
            <a:pPr>
              <a:spcBef>
                <a:spcPct val="50000"/>
              </a:spcBef>
            </a:pPr>
            <a:r>
              <a:rPr lang="fr-FR" dirty="0"/>
              <a:t>Traitement 1</a:t>
            </a:r>
          </a:p>
          <a:p>
            <a:pPr>
              <a:spcBef>
                <a:spcPct val="50000"/>
              </a:spcBef>
            </a:pPr>
            <a:r>
              <a:rPr lang="fr-FR" b="1" dirty="0" err="1" smtClean="0">
                <a:solidFill>
                  <a:srgbClr val="00B050"/>
                </a:solidFill>
              </a:rPr>
              <a:t>elif</a:t>
            </a:r>
            <a:r>
              <a:rPr lang="fr-FR" dirty="0" smtClean="0">
                <a:solidFill>
                  <a:srgbClr val="FF0000"/>
                </a:solidFill>
              </a:rPr>
              <a:t> </a:t>
            </a:r>
            <a:r>
              <a:rPr lang="fr-FR" dirty="0"/>
              <a:t>condition 2</a:t>
            </a:r>
          </a:p>
          <a:p>
            <a:pPr>
              <a:spcBef>
                <a:spcPct val="50000"/>
              </a:spcBef>
            </a:pPr>
            <a:r>
              <a:rPr lang="fr-FR" b="1" dirty="0" err="1">
                <a:solidFill>
                  <a:srgbClr val="FF0000"/>
                </a:solidFill>
              </a:rPr>
              <a:t>then</a:t>
            </a:r>
            <a:endParaRPr lang="fr-FR" b="1" dirty="0">
              <a:solidFill>
                <a:srgbClr val="FF0000"/>
              </a:solidFill>
            </a:endParaRPr>
          </a:p>
          <a:p>
            <a:pPr>
              <a:spcBef>
                <a:spcPct val="50000"/>
              </a:spcBef>
            </a:pPr>
            <a:r>
              <a:rPr lang="fr-FR" dirty="0"/>
              <a:t>Traitement 2</a:t>
            </a:r>
          </a:p>
          <a:p>
            <a:pPr>
              <a:spcBef>
                <a:spcPct val="50000"/>
              </a:spcBef>
            </a:pPr>
            <a:r>
              <a:rPr lang="fr-FR" b="1" dirty="0" err="1">
                <a:solidFill>
                  <a:srgbClr val="00B050"/>
                </a:solidFill>
              </a:rPr>
              <a:t>e</a:t>
            </a:r>
            <a:r>
              <a:rPr lang="fr-FR" b="1" dirty="0" err="1" smtClean="0">
                <a:solidFill>
                  <a:srgbClr val="00B050"/>
                </a:solidFill>
              </a:rPr>
              <a:t>lse</a:t>
            </a:r>
            <a:r>
              <a:rPr lang="fr-FR" dirty="0" smtClean="0">
                <a:solidFill>
                  <a:srgbClr val="FF0000"/>
                </a:solidFill>
              </a:rPr>
              <a:t> </a:t>
            </a:r>
            <a:r>
              <a:rPr lang="fr-FR" dirty="0" smtClean="0"/>
              <a:t>traitement 3</a:t>
            </a:r>
            <a:endParaRPr lang="fr-FR" b="1" dirty="0">
              <a:solidFill>
                <a:srgbClr val="7030A0"/>
              </a:solidFill>
            </a:endParaRPr>
          </a:p>
          <a:p>
            <a:pPr>
              <a:spcBef>
                <a:spcPct val="50000"/>
              </a:spcBef>
            </a:pPr>
            <a:r>
              <a:rPr lang="fr-FR" b="1" dirty="0">
                <a:solidFill>
                  <a:srgbClr val="00B0F0"/>
                </a:solidFill>
              </a:rPr>
              <a:t>fi</a:t>
            </a:r>
          </a:p>
        </p:txBody>
      </p:sp>
      <p:sp>
        <p:nvSpPr>
          <p:cNvPr id="12" name="Text Box 24"/>
          <p:cNvSpPr txBox="1">
            <a:spLocks noChangeArrowheads="1"/>
          </p:cNvSpPr>
          <p:nvPr/>
        </p:nvSpPr>
        <p:spPr bwMode="auto">
          <a:xfrm>
            <a:off x="8869259" y="3171524"/>
            <a:ext cx="4008541" cy="4932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30032" tIns="65016" rIns="130032" bIns="65016">
            <a:spAutoFit/>
          </a:bodyPr>
          <a:lstStyle/>
          <a:p>
            <a:pPr>
              <a:spcBef>
                <a:spcPct val="50000"/>
              </a:spcBef>
            </a:pPr>
            <a:r>
              <a:rPr lang="fr-FR" b="1" u="sng" dirty="0" smtClean="0">
                <a:solidFill>
                  <a:schemeClr val="bg1"/>
                </a:solidFill>
              </a:rPr>
              <a:t>Syntaxe 4</a:t>
            </a:r>
          </a:p>
          <a:p>
            <a:pPr>
              <a:spcBef>
                <a:spcPct val="50000"/>
              </a:spcBef>
            </a:pPr>
            <a:r>
              <a:rPr lang="fr-FR" b="1" dirty="0">
                <a:solidFill>
                  <a:srgbClr val="00B0F0"/>
                </a:solidFill>
              </a:rPr>
              <a:t>if</a:t>
            </a:r>
            <a:r>
              <a:rPr lang="fr-FR" dirty="0"/>
              <a:t> condition 1</a:t>
            </a:r>
          </a:p>
          <a:p>
            <a:pPr>
              <a:spcBef>
                <a:spcPct val="50000"/>
              </a:spcBef>
            </a:pPr>
            <a:r>
              <a:rPr lang="fr-FR" b="1" dirty="0" err="1">
                <a:solidFill>
                  <a:srgbClr val="00B0F0"/>
                </a:solidFill>
              </a:rPr>
              <a:t>then</a:t>
            </a:r>
            <a:endParaRPr lang="fr-FR" b="1" dirty="0">
              <a:solidFill>
                <a:srgbClr val="00B0F0"/>
              </a:solidFill>
            </a:endParaRPr>
          </a:p>
          <a:p>
            <a:pPr>
              <a:spcBef>
                <a:spcPct val="50000"/>
              </a:spcBef>
            </a:pPr>
            <a:r>
              <a:rPr lang="fr-FR" b="1" dirty="0">
                <a:solidFill>
                  <a:srgbClr val="00B050"/>
                </a:solidFill>
              </a:rPr>
              <a:t>i</a:t>
            </a:r>
            <a:r>
              <a:rPr lang="fr-FR" b="1" dirty="0" smtClean="0">
                <a:solidFill>
                  <a:srgbClr val="00B050"/>
                </a:solidFill>
              </a:rPr>
              <a:t>f</a:t>
            </a:r>
            <a:r>
              <a:rPr lang="fr-FR" dirty="0" smtClean="0"/>
              <a:t> condition </a:t>
            </a:r>
            <a:r>
              <a:rPr lang="fr-FR" dirty="0"/>
              <a:t>2</a:t>
            </a:r>
          </a:p>
          <a:p>
            <a:pPr>
              <a:spcBef>
                <a:spcPct val="50000"/>
              </a:spcBef>
            </a:pPr>
            <a:r>
              <a:rPr lang="fr-FR" b="1" dirty="0" err="1">
                <a:solidFill>
                  <a:srgbClr val="00B050"/>
                </a:solidFill>
              </a:rPr>
              <a:t>then</a:t>
            </a:r>
            <a:endParaRPr lang="fr-FR" b="1" dirty="0">
              <a:solidFill>
                <a:srgbClr val="00B050"/>
              </a:solidFill>
            </a:endParaRPr>
          </a:p>
          <a:p>
            <a:pPr>
              <a:spcBef>
                <a:spcPct val="50000"/>
              </a:spcBef>
            </a:pPr>
            <a:r>
              <a:rPr lang="fr-FR" dirty="0" smtClean="0"/>
              <a:t>traitement</a:t>
            </a:r>
            <a:endParaRPr lang="fr-FR" dirty="0"/>
          </a:p>
          <a:p>
            <a:pPr>
              <a:spcBef>
                <a:spcPct val="50000"/>
              </a:spcBef>
            </a:pPr>
            <a:r>
              <a:rPr lang="fr-FR" b="1" dirty="0">
                <a:solidFill>
                  <a:srgbClr val="00B050"/>
                </a:solidFill>
              </a:rPr>
              <a:t>f</a:t>
            </a:r>
            <a:r>
              <a:rPr lang="fr-FR" b="1" dirty="0" smtClean="0">
                <a:solidFill>
                  <a:srgbClr val="00B050"/>
                </a:solidFill>
              </a:rPr>
              <a:t>i</a:t>
            </a:r>
          </a:p>
          <a:p>
            <a:pPr>
              <a:spcBef>
                <a:spcPct val="50000"/>
              </a:spcBef>
            </a:pPr>
            <a:r>
              <a:rPr lang="fr-FR" b="1" dirty="0" smtClean="0">
                <a:solidFill>
                  <a:srgbClr val="00B0F0"/>
                </a:solidFill>
              </a:rPr>
              <a:t>fi</a:t>
            </a:r>
            <a:endParaRPr lang="fr-FR" b="1" dirty="0">
              <a:solidFill>
                <a:srgbClr val="00B0F0"/>
              </a:solidFill>
            </a:endParaRPr>
          </a:p>
          <a:p>
            <a:pPr>
              <a:spcBef>
                <a:spcPct val="50000"/>
              </a:spcBef>
            </a:pPr>
            <a:endParaRPr lang="fr-FR" b="1" u="sng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780410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re 1"/>
          <p:cNvSpPr>
            <a:spLocks noGrp="1"/>
          </p:cNvSpPr>
          <p:nvPr>
            <p:ph type="title"/>
          </p:nvPr>
        </p:nvSpPr>
        <p:spPr>
          <a:xfrm>
            <a:off x="640319" y="851452"/>
            <a:ext cx="11704321" cy="1187466"/>
          </a:xfrm>
        </p:spPr>
        <p:txBody>
          <a:bodyPr>
            <a:normAutofit fontScale="90000"/>
          </a:bodyPr>
          <a:lstStyle/>
          <a:p>
            <a:pPr hangingPunct="1"/>
            <a:r>
              <a:rPr lang="fr-FR" sz="4128" b="1" dirty="0">
                <a:solidFill>
                  <a:schemeClr val="bg1"/>
                </a:solidFill>
              </a:rPr>
              <a:t/>
            </a:r>
            <a:br>
              <a:rPr lang="fr-FR" sz="4128" b="1" dirty="0">
                <a:solidFill>
                  <a:schemeClr val="bg1"/>
                </a:solidFill>
              </a:rPr>
            </a:br>
            <a:r>
              <a:rPr lang="fr-FR" sz="4128" b="1" dirty="0">
                <a:solidFill>
                  <a:schemeClr val="bg1"/>
                </a:solidFill>
              </a:rPr>
              <a:t> </a:t>
            </a:r>
            <a:r>
              <a:rPr lang="fr-FR" sz="6000" dirty="0"/>
              <a:t>Les structures </a:t>
            </a:r>
            <a:r>
              <a:rPr lang="fr-FR" sz="6000" dirty="0" smtClean="0"/>
              <a:t>conditionnelles if 2/2</a:t>
            </a:r>
            <a:r>
              <a:rPr lang="fr-FR" sz="6000" dirty="0"/>
              <a:t/>
            </a:r>
            <a:br>
              <a:rPr lang="fr-FR" sz="6000" dirty="0"/>
            </a:br>
            <a:endParaRPr lang="fr-FR" sz="6000" dirty="0"/>
          </a:p>
        </p:txBody>
      </p:sp>
      <p:sp>
        <p:nvSpPr>
          <p:cNvPr id="8" name="Espace réservé du numéro de diapositive 7"/>
          <p:cNvSpPr txBox="1">
            <a:spLocks noGrp="1"/>
          </p:cNvSpPr>
          <p:nvPr/>
        </p:nvSpPr>
        <p:spPr>
          <a:xfrm>
            <a:off x="11176035" y="9132299"/>
            <a:ext cx="1727166" cy="519235"/>
          </a:xfrm>
          <a:prstGeom prst="rect">
            <a:avLst/>
          </a:prstGeom>
          <a:noFill/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txBody>
          <a:bodyPr lIns="130032" tIns="65016" rIns="130032" bIns="65016" anchor="ctr"/>
          <a:lstStyle/>
          <a:p>
            <a:pPr algn="r">
              <a:defRPr/>
            </a:pPr>
            <a:r>
              <a:rPr lang="fr-BE" sz="1935" b="1" dirty="0">
                <a:solidFill>
                  <a:schemeClr val="bg1"/>
                </a:solidFill>
                <a:latin typeface="+mn-lt"/>
                <a:cs typeface="+mn-cs"/>
              </a:rPr>
              <a:t>  </a:t>
            </a:r>
          </a:p>
        </p:txBody>
      </p:sp>
      <p:sp>
        <p:nvSpPr>
          <p:cNvPr id="27663" name="Text Box 23"/>
          <p:cNvSpPr txBox="1">
            <a:spLocks noChangeArrowheads="1"/>
          </p:cNvSpPr>
          <p:nvPr/>
        </p:nvSpPr>
        <p:spPr bwMode="auto">
          <a:xfrm>
            <a:off x="3942081" y="3648700"/>
            <a:ext cx="3585351" cy="6077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30032" tIns="65016" rIns="130032" bIns="65016">
            <a:spAutoFit/>
          </a:bodyPr>
          <a:lstStyle/>
          <a:p>
            <a:pPr>
              <a:spcBef>
                <a:spcPct val="50000"/>
              </a:spcBef>
            </a:pPr>
            <a:endParaRPr lang="fr-FR" sz="3096"/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319" y="2357437"/>
            <a:ext cx="7093981" cy="5038725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4162" y="4495800"/>
            <a:ext cx="7342188" cy="5155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7307367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Espace réservé du contenu 2"/>
          <p:cNvSpPr>
            <a:spLocks noGrp="1"/>
          </p:cNvSpPr>
          <p:nvPr>
            <p:ph idx="1"/>
          </p:nvPr>
        </p:nvSpPr>
        <p:spPr>
          <a:xfrm>
            <a:off x="1114433" y="2973501"/>
            <a:ext cx="11426613" cy="6341949"/>
          </a:xfrm>
        </p:spPr>
        <p:txBody>
          <a:bodyPr>
            <a:normAutofit fontScale="85000" lnSpcReduction="20000"/>
          </a:bodyPr>
          <a:lstStyle/>
          <a:p>
            <a:pPr>
              <a:buFont typeface="Arial" charset="0"/>
              <a:buNone/>
            </a:pPr>
            <a:endParaRPr lang="fr-FR" dirty="0" smtClean="0"/>
          </a:p>
          <a:p>
            <a:pPr algn="ctr">
              <a:buFont typeface="Arial" charset="0"/>
              <a:buNone/>
            </a:pPr>
            <a:r>
              <a:rPr lang="fr-FR" sz="3200" b="1" dirty="0" smtClean="0">
                <a:solidFill>
                  <a:srgbClr val="00B050"/>
                </a:solidFill>
              </a:rPr>
              <a:t>case</a:t>
            </a:r>
            <a:r>
              <a:rPr lang="fr-FR" sz="3200" dirty="0" smtClean="0"/>
              <a:t> $variable </a:t>
            </a:r>
            <a:r>
              <a:rPr lang="fr-FR" sz="3200" b="1" dirty="0" smtClean="0">
                <a:solidFill>
                  <a:srgbClr val="00B0F0"/>
                </a:solidFill>
              </a:rPr>
              <a:t>in</a:t>
            </a:r>
            <a:r>
              <a:rPr lang="fr-FR" sz="3200" dirty="0" smtClean="0"/>
              <a:t> </a:t>
            </a:r>
          </a:p>
          <a:p>
            <a:pPr algn="ctr">
              <a:buFont typeface="Arial" charset="0"/>
              <a:buNone/>
            </a:pPr>
            <a:r>
              <a:rPr lang="fr-FR" sz="3200" dirty="0" smtClean="0"/>
              <a:t>expr1</a:t>
            </a:r>
            <a:r>
              <a:rPr lang="fr-FR" sz="3200" b="1" dirty="0" smtClean="0">
                <a:solidFill>
                  <a:srgbClr val="00B0F0"/>
                </a:solidFill>
              </a:rPr>
              <a:t>)</a:t>
            </a:r>
            <a:r>
              <a:rPr lang="fr-FR" sz="3200" dirty="0" smtClean="0"/>
              <a:t> commandes </a:t>
            </a:r>
            <a:r>
              <a:rPr lang="fr-FR" sz="3200" b="1" dirty="0" smtClean="0">
                <a:solidFill>
                  <a:srgbClr val="00B0F0"/>
                </a:solidFill>
              </a:rPr>
              <a:t>;;</a:t>
            </a:r>
          </a:p>
          <a:p>
            <a:pPr algn="ctr">
              <a:buFont typeface="Arial" charset="0"/>
              <a:buNone/>
            </a:pPr>
            <a:r>
              <a:rPr lang="fr-FR" sz="3200" dirty="0" smtClean="0"/>
              <a:t>expr2</a:t>
            </a:r>
            <a:r>
              <a:rPr lang="fr-FR" sz="3200" b="1" dirty="0" smtClean="0">
                <a:solidFill>
                  <a:srgbClr val="00B0F0"/>
                </a:solidFill>
              </a:rPr>
              <a:t>)</a:t>
            </a:r>
            <a:r>
              <a:rPr lang="fr-FR" sz="3200" dirty="0" smtClean="0"/>
              <a:t> commandes </a:t>
            </a:r>
            <a:r>
              <a:rPr lang="fr-FR" sz="3200" b="1" dirty="0" smtClean="0">
                <a:solidFill>
                  <a:srgbClr val="00B0F0"/>
                </a:solidFill>
              </a:rPr>
              <a:t>;;</a:t>
            </a:r>
          </a:p>
          <a:p>
            <a:pPr algn="ctr">
              <a:buFont typeface="Arial" charset="0"/>
              <a:buNone/>
            </a:pPr>
            <a:r>
              <a:rPr lang="fr-FR" sz="3200" dirty="0" smtClean="0">
                <a:solidFill>
                  <a:srgbClr val="FF0000"/>
                </a:solidFill>
              </a:rPr>
              <a:t>.</a:t>
            </a:r>
          </a:p>
          <a:p>
            <a:pPr algn="ctr">
              <a:buFont typeface="Arial" charset="0"/>
              <a:buNone/>
            </a:pPr>
            <a:r>
              <a:rPr lang="fr-FR" sz="3200" dirty="0" smtClean="0">
                <a:solidFill>
                  <a:srgbClr val="FF0000"/>
                </a:solidFill>
              </a:rPr>
              <a:t>.</a:t>
            </a:r>
          </a:p>
          <a:p>
            <a:pPr algn="ctr">
              <a:buFont typeface="Arial" charset="0"/>
              <a:buNone/>
            </a:pPr>
            <a:r>
              <a:rPr lang="fr-FR" sz="3200" dirty="0" smtClean="0">
                <a:solidFill>
                  <a:srgbClr val="FF0000"/>
                </a:solidFill>
              </a:rPr>
              <a:t>.</a:t>
            </a:r>
          </a:p>
          <a:p>
            <a:pPr algn="ctr">
              <a:buFont typeface="Arial" charset="0"/>
              <a:buNone/>
            </a:pPr>
            <a:r>
              <a:rPr lang="fr-FR" sz="3200" dirty="0">
                <a:solidFill>
                  <a:srgbClr val="FF0000"/>
                </a:solidFill>
              </a:rPr>
              <a:t>.</a:t>
            </a:r>
            <a:endParaRPr lang="fr-FR" sz="3200" dirty="0" smtClean="0">
              <a:solidFill>
                <a:srgbClr val="FF0000"/>
              </a:solidFill>
            </a:endParaRPr>
          </a:p>
          <a:p>
            <a:pPr algn="ctr">
              <a:buFont typeface="Arial" charset="0"/>
              <a:buNone/>
            </a:pPr>
            <a:r>
              <a:rPr lang="fr-FR" sz="3200" dirty="0" smtClean="0"/>
              <a:t> </a:t>
            </a:r>
            <a:r>
              <a:rPr lang="fr-FR" sz="3200" b="1" dirty="0" smtClean="0">
                <a:solidFill>
                  <a:srgbClr val="00B0F0"/>
                </a:solidFill>
              </a:rPr>
              <a:t>*)</a:t>
            </a:r>
            <a:r>
              <a:rPr lang="fr-FR" sz="3200" dirty="0" smtClean="0"/>
              <a:t> </a:t>
            </a:r>
            <a:r>
              <a:rPr lang="fr-FR" sz="3200" dirty="0" err="1" smtClean="0"/>
              <a:t>par_défault</a:t>
            </a:r>
            <a:r>
              <a:rPr lang="fr-FR" sz="3200" dirty="0" smtClean="0"/>
              <a:t> </a:t>
            </a:r>
            <a:r>
              <a:rPr lang="fr-FR" sz="3200" b="1" dirty="0" smtClean="0">
                <a:solidFill>
                  <a:srgbClr val="00B0F0"/>
                </a:solidFill>
              </a:rPr>
              <a:t>;;</a:t>
            </a:r>
          </a:p>
          <a:p>
            <a:pPr algn="ctr">
              <a:buFont typeface="Arial" charset="0"/>
              <a:buNone/>
            </a:pPr>
            <a:r>
              <a:rPr lang="fr-FR" sz="3200" b="1" dirty="0" err="1" smtClean="0">
                <a:solidFill>
                  <a:srgbClr val="00B050"/>
                </a:solidFill>
              </a:rPr>
              <a:t>esac</a:t>
            </a:r>
            <a:r>
              <a:rPr lang="fr-FR" sz="3200" dirty="0" smtClean="0">
                <a:solidFill>
                  <a:srgbClr val="FF0000"/>
                </a:solidFill>
              </a:rPr>
              <a:t> </a:t>
            </a:r>
          </a:p>
          <a:p>
            <a:pPr>
              <a:buFont typeface="Arial" charset="0"/>
              <a:buNone/>
            </a:pPr>
            <a:endParaRPr lang="fr-FR" sz="2838" dirty="0"/>
          </a:p>
        </p:txBody>
      </p:sp>
      <p:sp>
        <p:nvSpPr>
          <p:cNvPr id="12" name="Rectangle 11"/>
          <p:cNvSpPr/>
          <p:nvPr/>
        </p:nvSpPr>
        <p:spPr>
          <a:xfrm>
            <a:off x="876300" y="749140"/>
            <a:ext cx="11525249" cy="22307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5400" dirty="0" smtClean="0">
                <a:solidFill>
                  <a:srgbClr val="D93E2B"/>
                </a:solidFill>
                <a:latin typeface="+mn-lt"/>
                <a:ea typeface="+mn-ea"/>
                <a:cs typeface="+mn-cs"/>
                <a:sym typeface="Bodoni SvtyTwo ITC TT-Book"/>
              </a:rPr>
              <a:t>Les structures conditionnelles case 1/2 </a:t>
            </a:r>
            <a:r>
              <a:rPr lang="fr-FR" sz="3096" b="1" dirty="0">
                <a:solidFill>
                  <a:schemeClr val="bg1"/>
                </a:solidFill>
              </a:rPr>
              <a:t/>
            </a:r>
            <a:br>
              <a:rPr lang="fr-FR" sz="3096" b="1" dirty="0">
                <a:solidFill>
                  <a:schemeClr val="bg1"/>
                </a:solidFill>
              </a:rPr>
            </a:br>
            <a:endParaRPr lang="fr-FR" sz="3096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8721129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Espace réservé du contenu 2"/>
          <p:cNvSpPr>
            <a:spLocks noGrp="1"/>
          </p:cNvSpPr>
          <p:nvPr>
            <p:ph idx="1"/>
          </p:nvPr>
        </p:nvSpPr>
        <p:spPr>
          <a:xfrm>
            <a:off x="1114433" y="2973501"/>
            <a:ext cx="11426613" cy="6341949"/>
          </a:xfrm>
        </p:spPr>
        <p:txBody>
          <a:bodyPr>
            <a:normAutofit/>
          </a:bodyPr>
          <a:lstStyle/>
          <a:p>
            <a:pPr>
              <a:buFont typeface="Arial" charset="0"/>
              <a:buNone/>
            </a:pPr>
            <a:endParaRPr lang="fr-FR" dirty="0" smtClean="0"/>
          </a:p>
          <a:p>
            <a:pPr>
              <a:buFont typeface="Arial" charset="0"/>
              <a:buNone/>
            </a:pPr>
            <a:endParaRPr lang="fr-FR" sz="2838" dirty="0"/>
          </a:p>
        </p:txBody>
      </p:sp>
      <p:sp>
        <p:nvSpPr>
          <p:cNvPr id="12" name="Rectangle 11"/>
          <p:cNvSpPr/>
          <p:nvPr/>
        </p:nvSpPr>
        <p:spPr>
          <a:xfrm>
            <a:off x="876300" y="749140"/>
            <a:ext cx="11525249" cy="22307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5400" dirty="0" smtClean="0">
                <a:solidFill>
                  <a:srgbClr val="D93E2B"/>
                </a:solidFill>
                <a:latin typeface="+mn-lt"/>
                <a:ea typeface="+mn-ea"/>
                <a:cs typeface="+mn-cs"/>
                <a:sym typeface="Bodoni SvtyTwo ITC TT-Book"/>
              </a:rPr>
              <a:t>Les structures conditionnelles case 2/2 </a:t>
            </a:r>
            <a:r>
              <a:rPr lang="fr-FR" sz="3096" b="1" dirty="0">
                <a:solidFill>
                  <a:schemeClr val="bg1"/>
                </a:solidFill>
              </a:rPr>
              <a:t/>
            </a:r>
            <a:br>
              <a:rPr lang="fr-FR" sz="3096" b="1" dirty="0">
                <a:solidFill>
                  <a:schemeClr val="bg1"/>
                </a:solidFill>
              </a:rPr>
            </a:br>
            <a:endParaRPr lang="fr-FR" sz="3096" b="1" dirty="0">
              <a:solidFill>
                <a:schemeClr val="bg1"/>
              </a:solidFill>
            </a:endParaRP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" y="2362200"/>
            <a:ext cx="7372350" cy="5581650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4850" y="3790950"/>
            <a:ext cx="8016679" cy="5071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4096681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8000" y="1024759"/>
            <a:ext cx="11988800" cy="1219200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Les structures conditionnelles case</a:t>
            </a:r>
            <a:endParaRPr lang="fr-FR" dirty="0"/>
          </a:p>
        </p:txBody>
      </p:sp>
      <p:sp>
        <p:nvSpPr>
          <p:cNvPr id="4" name="ZoneTexte 3"/>
          <p:cNvSpPr txBox="1"/>
          <p:nvPr/>
        </p:nvSpPr>
        <p:spPr>
          <a:xfrm>
            <a:off x="1008993" y="3799490"/>
            <a:ext cx="7803931" cy="478079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fr-FR" sz="2800" b="0" i="0" u="none" strike="noStrike" cap="none" spc="0" normalizeH="0" baseline="0" dirty="0" smtClean="0">
                <a:ln>
                  <a:noFill/>
                </a:ln>
                <a:solidFill>
                  <a:srgbClr val="414141"/>
                </a:solidFill>
                <a:effectLst/>
                <a:uFillTx/>
                <a:latin typeface="Palatino"/>
                <a:ea typeface="Palatino"/>
                <a:cs typeface="Palatino"/>
                <a:sym typeface="Palatino"/>
              </a:rPr>
              <a:t>Exercice: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2800" b="0" i="0" u="none" strike="noStrike" cap="none" spc="0" normalizeH="0" baseline="0" dirty="0" smtClean="0">
              <a:ln>
                <a:noFill/>
              </a:ln>
              <a:solidFill>
                <a:srgbClr val="414141"/>
              </a:solidFill>
              <a:effectLst/>
              <a:uFillTx/>
              <a:latin typeface="Palatino"/>
              <a:ea typeface="Palatino"/>
              <a:cs typeface="Palatino"/>
              <a:sym typeface="Palatino"/>
            </a:endParaRP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fr-FR" sz="2800" dirty="0" smtClean="0"/>
              <a:t>Ecrire un script qui prend en argument un nom et qui détermine par quelle lettre il commence.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fr-FR" sz="2800" dirty="0" smtClean="0"/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fr-FR" sz="2800" dirty="0" smtClean="0"/>
              <a:t> (par exemple :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fr-FR" sz="2800" b="0" i="0" u="none" strike="noStrike" cap="none" spc="0" normalizeH="0" baseline="0" dirty="0" smtClean="0">
                <a:ln>
                  <a:noFill/>
                </a:ln>
                <a:solidFill>
                  <a:srgbClr val="414141"/>
                </a:solidFill>
                <a:effectLst/>
                <a:uFillTx/>
                <a:latin typeface="Palatino"/>
                <a:ea typeface="Palatino"/>
                <a:cs typeface="Palatino"/>
                <a:sym typeface="Palatino"/>
              </a:rPr>
              <a:t>……. commence par a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fr-FR" sz="2800" dirty="0" smtClean="0"/>
              <a:t>……..commence par b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fr-FR" sz="2800" b="0" i="0" u="none" strike="noStrike" cap="none" spc="0" normalizeH="0" baseline="0" dirty="0" smtClean="0">
                <a:ln>
                  <a:noFill/>
                </a:ln>
                <a:solidFill>
                  <a:srgbClr val="414141"/>
                </a:solidFill>
                <a:effectLst/>
                <a:uFillTx/>
                <a:latin typeface="Palatino"/>
                <a:ea typeface="Palatino"/>
                <a:cs typeface="Palatino"/>
                <a:sym typeface="Palatino"/>
              </a:rPr>
              <a:t>……..commence par c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fr-FR" sz="2800" b="0" i="0" u="none" strike="noStrike" cap="none" spc="0" normalizeH="0" baseline="0" dirty="0" smtClean="0">
                <a:ln>
                  <a:noFill/>
                </a:ln>
                <a:solidFill>
                  <a:srgbClr val="414141"/>
                </a:solidFill>
                <a:effectLst/>
                <a:uFillTx/>
                <a:latin typeface="Palatino"/>
                <a:ea typeface="Palatino"/>
                <a:cs typeface="Palatino"/>
                <a:sym typeface="Palatino"/>
              </a:rPr>
              <a:t>Si</a:t>
            </a:r>
            <a:r>
              <a:rPr lang="fr-FR" sz="2800" baseline="0" dirty="0" smtClean="0"/>
              <a:t>non</a:t>
            </a:r>
            <a:r>
              <a:rPr lang="fr-FR" sz="2800" dirty="0" smtClean="0"/>
              <a:t> il commence par n’importe quelle lettre )</a:t>
            </a:r>
            <a:endParaRPr kumimoji="0" lang="fr-FR" sz="2800" b="0" i="0" u="none" strike="noStrike" cap="none" spc="0" normalizeH="0" baseline="0" dirty="0" smtClean="0">
              <a:ln>
                <a:noFill/>
              </a:ln>
              <a:solidFill>
                <a:srgbClr val="414141"/>
              </a:solidFill>
              <a:effectLst/>
              <a:uFillTx/>
              <a:latin typeface="Palatino"/>
              <a:ea typeface="Palatino"/>
              <a:cs typeface="Palatino"/>
              <a:sym typeface="Palatino"/>
            </a:endParaRP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2400" b="0" i="0" u="none" strike="noStrike" cap="none" spc="0" normalizeH="0" baseline="0" dirty="0">
              <a:ln>
                <a:noFill/>
              </a:ln>
              <a:solidFill>
                <a:srgbClr val="414141"/>
              </a:solidFill>
              <a:effectLst/>
              <a:uFillTx/>
              <a:latin typeface="Palatino"/>
              <a:ea typeface="Palatino"/>
              <a:cs typeface="Palatino"/>
              <a:sym typeface="Palatin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re 1"/>
          <p:cNvSpPr>
            <a:spLocks noGrp="1"/>
          </p:cNvSpPr>
          <p:nvPr>
            <p:ph type="title"/>
          </p:nvPr>
        </p:nvSpPr>
        <p:spPr>
          <a:xfrm>
            <a:off x="714165" y="853806"/>
            <a:ext cx="11704321" cy="1187466"/>
          </a:xfrm>
        </p:spPr>
        <p:txBody>
          <a:bodyPr>
            <a:normAutofit/>
          </a:bodyPr>
          <a:lstStyle/>
          <a:p>
            <a:pPr eaLnBrk="1" hangingPunct="1"/>
            <a:r>
              <a:rPr lang="fr-FR" sz="5400" dirty="0">
                <a:sym typeface="Palatino"/>
              </a:rPr>
              <a:t>Les structures itératives </a:t>
            </a:r>
            <a:r>
              <a:rPr lang="fr-FR" sz="5400" dirty="0" smtClean="0">
                <a:sym typeface="Palatino"/>
              </a:rPr>
              <a:t>for 1/3</a:t>
            </a:r>
            <a:endParaRPr lang="fr-FR" sz="5400" dirty="0">
              <a:sym typeface="Palatino"/>
            </a:endParaRPr>
          </a:p>
        </p:txBody>
      </p:sp>
      <p:sp>
        <p:nvSpPr>
          <p:cNvPr id="31747" name="Espace réservé du contenu 2"/>
          <p:cNvSpPr>
            <a:spLocks noGrp="1"/>
          </p:cNvSpPr>
          <p:nvPr>
            <p:ph idx="1"/>
          </p:nvPr>
        </p:nvSpPr>
        <p:spPr>
          <a:xfrm>
            <a:off x="1117603" y="2461505"/>
            <a:ext cx="11426613" cy="6478870"/>
          </a:xfrm>
        </p:spPr>
        <p:txBody>
          <a:bodyPr/>
          <a:lstStyle/>
          <a:p>
            <a:pPr lvl="1" algn="ctr">
              <a:buFont typeface="Arial" charset="0"/>
              <a:buNone/>
            </a:pPr>
            <a:r>
              <a:rPr lang="fr-FR" sz="3200" b="1" dirty="0" smtClean="0">
                <a:solidFill>
                  <a:srgbClr val="00B0F0"/>
                </a:solidFill>
              </a:rPr>
              <a:t>for</a:t>
            </a:r>
            <a:r>
              <a:rPr lang="fr-FR" sz="3200" dirty="0" smtClean="0">
                <a:solidFill>
                  <a:srgbClr val="00B0F0"/>
                </a:solidFill>
              </a:rPr>
              <a:t> </a:t>
            </a:r>
            <a:r>
              <a:rPr lang="fr-FR" sz="3200" dirty="0" smtClean="0"/>
              <a:t>variable [</a:t>
            </a:r>
            <a:r>
              <a:rPr lang="fr-FR" sz="3200" b="1" dirty="0" smtClean="0">
                <a:solidFill>
                  <a:srgbClr val="00B0F0"/>
                </a:solidFill>
              </a:rPr>
              <a:t>in</a:t>
            </a:r>
            <a:r>
              <a:rPr lang="fr-FR" sz="3200" dirty="0" smtClean="0"/>
              <a:t> liste]</a:t>
            </a:r>
          </a:p>
          <a:p>
            <a:pPr lvl="1" algn="ctr">
              <a:buFont typeface="Arial" charset="0"/>
              <a:buNone/>
            </a:pPr>
            <a:r>
              <a:rPr lang="fr-FR" sz="3200" b="1" dirty="0" smtClean="0">
                <a:solidFill>
                  <a:srgbClr val="00B050"/>
                </a:solidFill>
              </a:rPr>
              <a:t>do</a:t>
            </a:r>
            <a:r>
              <a:rPr lang="fr-FR" sz="3200" dirty="0" smtClean="0"/>
              <a:t> </a:t>
            </a:r>
          </a:p>
          <a:p>
            <a:pPr lvl="1" algn="ctr">
              <a:buFont typeface="Arial" charset="0"/>
              <a:buNone/>
            </a:pPr>
            <a:r>
              <a:rPr lang="fr-FR" sz="3200" dirty="0" smtClean="0"/>
              <a:t>	commandes </a:t>
            </a:r>
            <a:r>
              <a:rPr lang="fr-FR" sz="3200" i="1" dirty="0" smtClean="0"/>
              <a:t>(utilisant $variable)</a:t>
            </a:r>
          </a:p>
          <a:p>
            <a:pPr lvl="1" algn="ctr">
              <a:buFont typeface="Arial" charset="0"/>
              <a:buNone/>
            </a:pPr>
            <a:r>
              <a:rPr lang="fr-FR" sz="3200" b="1" dirty="0" err="1" smtClean="0">
                <a:solidFill>
                  <a:srgbClr val="00B050"/>
                </a:solidFill>
              </a:rPr>
              <a:t>done</a:t>
            </a:r>
            <a:r>
              <a:rPr lang="fr-FR" sz="3200" dirty="0" smtClean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xmlns="" val="4159675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re 1"/>
          <p:cNvSpPr>
            <a:spLocks noGrp="1"/>
          </p:cNvSpPr>
          <p:nvPr>
            <p:ph type="title"/>
          </p:nvPr>
        </p:nvSpPr>
        <p:spPr>
          <a:xfrm>
            <a:off x="714165" y="853806"/>
            <a:ext cx="11704321" cy="1187466"/>
          </a:xfrm>
        </p:spPr>
        <p:txBody>
          <a:bodyPr>
            <a:normAutofit/>
          </a:bodyPr>
          <a:lstStyle/>
          <a:p>
            <a:pPr eaLnBrk="1" hangingPunct="1"/>
            <a:r>
              <a:rPr lang="fr-FR" sz="5400" dirty="0">
                <a:sym typeface="Palatino"/>
              </a:rPr>
              <a:t>Les structures itératives </a:t>
            </a:r>
            <a:r>
              <a:rPr lang="fr-FR" sz="5400" dirty="0" smtClean="0">
                <a:sym typeface="Palatino"/>
              </a:rPr>
              <a:t>for 2/3</a:t>
            </a:r>
            <a:endParaRPr lang="fr-FR" sz="5400" dirty="0">
              <a:sym typeface="Palatino"/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314574"/>
            <a:ext cx="7759700" cy="6067426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7851" y="3981450"/>
            <a:ext cx="7091362" cy="4901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7414635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re 1"/>
          <p:cNvSpPr>
            <a:spLocks noGrp="1"/>
          </p:cNvSpPr>
          <p:nvPr>
            <p:ph type="title"/>
          </p:nvPr>
        </p:nvSpPr>
        <p:spPr>
          <a:xfrm>
            <a:off x="714165" y="853806"/>
            <a:ext cx="11704321" cy="1187466"/>
          </a:xfrm>
        </p:spPr>
        <p:txBody>
          <a:bodyPr>
            <a:normAutofit/>
          </a:bodyPr>
          <a:lstStyle/>
          <a:p>
            <a:pPr eaLnBrk="1" hangingPunct="1"/>
            <a:r>
              <a:rPr lang="fr-FR" sz="5400" dirty="0">
                <a:sym typeface="Palatino"/>
              </a:rPr>
              <a:t>Les structures itératives </a:t>
            </a:r>
            <a:r>
              <a:rPr lang="fr-FR" sz="5400" dirty="0" smtClean="0">
                <a:sym typeface="Palatino"/>
              </a:rPr>
              <a:t>for 3/3</a:t>
            </a:r>
            <a:endParaRPr lang="fr-FR" sz="5400" dirty="0">
              <a:sym typeface="Palatino"/>
            </a:endParaRPr>
          </a:p>
        </p:txBody>
      </p:sp>
      <p:sp>
        <p:nvSpPr>
          <p:cNvPr id="2" name="Espace réservé du contenu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471110"/>
            <a:ext cx="7378700" cy="5872790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0900" y="3143250"/>
            <a:ext cx="7073900" cy="5739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1408780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re 1"/>
          <p:cNvSpPr>
            <a:spLocks noGrp="1"/>
          </p:cNvSpPr>
          <p:nvPr>
            <p:ph type="title"/>
          </p:nvPr>
        </p:nvSpPr>
        <p:spPr>
          <a:xfrm>
            <a:off x="714165" y="853806"/>
            <a:ext cx="11704321" cy="1187466"/>
          </a:xfrm>
        </p:spPr>
        <p:txBody>
          <a:bodyPr>
            <a:normAutofit/>
          </a:bodyPr>
          <a:lstStyle/>
          <a:p>
            <a:pPr eaLnBrk="1" hangingPunct="1"/>
            <a:r>
              <a:rPr lang="fr-FR" sz="5400" dirty="0" smtClean="0">
                <a:sym typeface="Palatino"/>
              </a:rPr>
              <a:t>Commande </a:t>
            </a:r>
            <a:r>
              <a:rPr lang="fr-FR" sz="5400" dirty="0" err="1" smtClean="0">
                <a:sym typeface="Palatino"/>
              </a:rPr>
              <a:t>seq</a:t>
            </a:r>
            <a:r>
              <a:rPr lang="fr-FR" sz="5400" dirty="0" smtClean="0">
                <a:sym typeface="Palatino"/>
              </a:rPr>
              <a:t> 1/2</a:t>
            </a:r>
            <a:endParaRPr lang="fr-FR" sz="5400" dirty="0">
              <a:sym typeface="Palatino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95350" y="2679020"/>
            <a:ext cx="5695900" cy="3477875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txBody>
          <a:bodyPr wrap="square">
            <a:spAutoFit/>
          </a:bodyPr>
          <a:lstStyle/>
          <a:p>
            <a:r>
              <a:rPr lang="fr-FR" sz="2000" b="1" dirty="0" smtClean="0">
                <a:solidFill>
                  <a:schemeClr val="bg1"/>
                </a:solidFill>
              </a:rPr>
              <a:t>for </a:t>
            </a:r>
            <a:r>
              <a:rPr lang="fr-FR" sz="2000" b="1" dirty="0">
                <a:solidFill>
                  <a:schemeClr val="bg1"/>
                </a:solidFill>
              </a:rPr>
              <a:t>i in 1 2 3 4 5 6 7 8 9 10 11 12 13 14 15</a:t>
            </a:r>
          </a:p>
          <a:p>
            <a:r>
              <a:rPr lang="fr-FR" sz="2000" b="1" dirty="0">
                <a:solidFill>
                  <a:schemeClr val="bg1"/>
                </a:solidFill>
              </a:rPr>
              <a:t>do</a:t>
            </a:r>
          </a:p>
          <a:p>
            <a:r>
              <a:rPr lang="fr-FR" sz="2000" b="1" dirty="0">
                <a:solidFill>
                  <a:schemeClr val="bg1"/>
                </a:solidFill>
              </a:rPr>
              <a:t>    </a:t>
            </a:r>
            <a:r>
              <a:rPr lang="fr-FR" sz="2000" b="1" dirty="0" err="1">
                <a:solidFill>
                  <a:schemeClr val="bg1"/>
                </a:solidFill>
              </a:rPr>
              <a:t>echo</a:t>
            </a:r>
            <a:r>
              <a:rPr lang="fr-FR" sz="2000" b="1" dirty="0">
                <a:solidFill>
                  <a:schemeClr val="bg1"/>
                </a:solidFill>
              </a:rPr>
              <a:t> $i</a:t>
            </a:r>
          </a:p>
          <a:p>
            <a:r>
              <a:rPr lang="fr-FR" sz="2000" b="1" dirty="0" err="1">
                <a:solidFill>
                  <a:schemeClr val="bg1"/>
                </a:solidFill>
              </a:rPr>
              <a:t>done</a:t>
            </a:r>
            <a:endParaRPr lang="fr-FR" sz="2000" b="1" dirty="0">
              <a:solidFill>
                <a:schemeClr val="bg1"/>
              </a:solidFill>
            </a:endParaRPr>
          </a:p>
          <a:p>
            <a:endParaRPr lang="fr-FR" sz="2000" b="1" dirty="0"/>
          </a:p>
          <a:p>
            <a:r>
              <a:rPr lang="fr-FR" sz="2000" b="1" dirty="0">
                <a:solidFill>
                  <a:srgbClr val="FF0000"/>
                </a:solidFill>
              </a:rPr>
              <a:t>Très pénible </a:t>
            </a:r>
            <a:r>
              <a:rPr lang="fr-FR" sz="2000" b="1" dirty="0"/>
              <a:t>! Pour itérer par exemple 250 fois, vous devez saisir tout cela au clavier ! Heureusement, </a:t>
            </a:r>
            <a:r>
              <a:rPr lang="fr-FR" sz="2000" b="1" dirty="0">
                <a:solidFill>
                  <a:srgbClr val="FF0000"/>
                </a:solidFill>
              </a:rPr>
              <a:t>il y a un « raccourci », la commande </a:t>
            </a:r>
            <a:r>
              <a:rPr lang="fr-FR" sz="2000" b="1" dirty="0" err="1">
                <a:solidFill>
                  <a:srgbClr val="FF0000"/>
                </a:solidFill>
              </a:rPr>
              <a:t>seq</a:t>
            </a:r>
            <a:r>
              <a:rPr lang="fr-FR" sz="2000" b="1" dirty="0"/>
              <a:t>, qui affiche une séquence de nombres allant de 1 jusqu'au maximum </a:t>
            </a:r>
            <a:r>
              <a:rPr lang="fr-FR" sz="2000" b="1" dirty="0" smtClean="0"/>
              <a:t>indiqué</a:t>
            </a:r>
            <a:endParaRPr lang="fr-FR" sz="2000" b="1" dirty="0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5662" y="6223570"/>
            <a:ext cx="6276975" cy="4972050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2400" y="2695575"/>
            <a:ext cx="6381750" cy="443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3677427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347912"/>
            <a:ext cx="6200775" cy="5057775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9501" y="3790951"/>
            <a:ext cx="9274174" cy="5091740"/>
          </a:xfrm>
          <a:prstGeom prst="rect">
            <a:avLst/>
          </a:prstGeom>
        </p:spPr>
      </p:pic>
      <p:sp>
        <p:nvSpPr>
          <p:cNvPr id="8" name="Titre 1"/>
          <p:cNvSpPr>
            <a:spLocks noGrp="1"/>
          </p:cNvSpPr>
          <p:nvPr>
            <p:ph type="title"/>
          </p:nvPr>
        </p:nvSpPr>
        <p:spPr>
          <a:xfrm>
            <a:off x="714165" y="853806"/>
            <a:ext cx="11704321" cy="1187466"/>
          </a:xfrm>
        </p:spPr>
        <p:txBody>
          <a:bodyPr>
            <a:normAutofit/>
          </a:bodyPr>
          <a:lstStyle/>
          <a:p>
            <a:pPr eaLnBrk="1" hangingPunct="1"/>
            <a:r>
              <a:rPr lang="fr-FR" sz="5400" dirty="0" smtClean="0">
                <a:sym typeface="Palatino"/>
              </a:rPr>
              <a:t>Commande </a:t>
            </a:r>
            <a:r>
              <a:rPr lang="fr-FR" sz="5400" dirty="0" err="1" smtClean="0">
                <a:sym typeface="Palatino"/>
              </a:rPr>
              <a:t>seq</a:t>
            </a:r>
            <a:r>
              <a:rPr lang="fr-FR" sz="5400" dirty="0" smtClean="0">
                <a:sym typeface="Palatino"/>
              </a:rPr>
              <a:t> 2/2</a:t>
            </a:r>
            <a:endParaRPr lang="fr-FR" sz="5400" dirty="0">
              <a:sym typeface="Palatino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5955104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1"/>
          <p:cNvSpPr>
            <a:spLocks noGrp="1"/>
          </p:cNvSpPr>
          <p:nvPr>
            <p:ph type="title"/>
          </p:nvPr>
        </p:nvSpPr>
        <p:spPr>
          <a:xfrm>
            <a:off x="714165" y="853806"/>
            <a:ext cx="11704321" cy="1187466"/>
          </a:xfrm>
        </p:spPr>
        <p:txBody>
          <a:bodyPr>
            <a:normAutofit/>
          </a:bodyPr>
          <a:lstStyle/>
          <a:p>
            <a:pPr eaLnBrk="1" hangingPunct="1"/>
            <a:r>
              <a:rPr lang="fr-FR" sz="5400" dirty="0" smtClean="0">
                <a:sym typeface="Palatino"/>
              </a:rPr>
              <a:t>Commande </a:t>
            </a:r>
            <a:r>
              <a:rPr lang="fr-FR" sz="5400" dirty="0" err="1" smtClean="0">
                <a:sym typeface="Palatino"/>
              </a:rPr>
              <a:t>seq</a:t>
            </a:r>
            <a:r>
              <a:rPr lang="fr-FR" sz="5400" dirty="0" smtClean="0">
                <a:sym typeface="Palatino"/>
              </a:rPr>
              <a:t> 2/2</a:t>
            </a:r>
            <a:endParaRPr lang="fr-FR" sz="5400" dirty="0">
              <a:sym typeface="Palatino"/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1213945" y="3736428"/>
            <a:ext cx="8056179" cy="45345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fr-FR" sz="2400" b="0" i="0" u="none" strike="noStrike" cap="none" spc="0" normalizeH="0" baseline="0" dirty="0" smtClean="0">
                <a:ln>
                  <a:noFill/>
                </a:ln>
                <a:solidFill>
                  <a:srgbClr val="414141"/>
                </a:solidFill>
                <a:effectLst/>
                <a:uFillTx/>
                <a:latin typeface="Palatino"/>
                <a:ea typeface="Palatino"/>
                <a:cs typeface="Palatino"/>
                <a:sym typeface="Palatino"/>
              </a:rPr>
              <a:t>Exercice: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2400" b="0" i="0" u="none" strike="noStrike" cap="none" spc="0" normalizeH="0" baseline="0" dirty="0" smtClean="0">
              <a:ln>
                <a:noFill/>
              </a:ln>
              <a:solidFill>
                <a:srgbClr val="414141"/>
              </a:solidFill>
              <a:effectLst/>
              <a:uFillTx/>
              <a:latin typeface="Palatino"/>
              <a:ea typeface="Palatino"/>
              <a:cs typeface="Palatino"/>
              <a:sym typeface="Palatino"/>
            </a:endParaRP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fr-FR" dirty="0" smtClean="0"/>
              <a:t>Créer un script nommé ‘table’ permettant d’afficher des tables de multiplication.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fr-FR" sz="2400" b="0" i="0" u="none" strike="noStrike" cap="none" spc="0" normalizeH="0" baseline="0" dirty="0" smtClean="0">
                <a:ln>
                  <a:noFill/>
                </a:ln>
                <a:solidFill>
                  <a:srgbClr val="414141"/>
                </a:solidFill>
                <a:effectLst/>
                <a:uFillTx/>
                <a:latin typeface="Palatino"/>
                <a:ea typeface="Palatino"/>
                <a:cs typeface="Palatino"/>
                <a:sym typeface="Palatino"/>
              </a:rPr>
              <a:t>Exemple:</a:t>
            </a:r>
            <a:r>
              <a:rPr kumimoji="0" lang="fr-FR" sz="2400" b="0" i="0" u="none" strike="noStrike" cap="none" spc="0" normalizeH="0" dirty="0" smtClean="0">
                <a:ln>
                  <a:noFill/>
                </a:ln>
                <a:solidFill>
                  <a:srgbClr val="414141"/>
                </a:solidFill>
                <a:effectLst/>
                <a:uFillTx/>
                <a:latin typeface="Palatino"/>
                <a:ea typeface="Palatino"/>
                <a:cs typeface="Palatino"/>
                <a:sym typeface="Palatino"/>
              </a:rPr>
              <a:t> ‘table 5 10’ aura pour résultat l’affichage: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fr-FR" baseline="0" dirty="0" smtClean="0"/>
              <a:t>0 x 5 =0</a:t>
            </a:r>
          </a:p>
          <a:p>
            <a:pPr algn="l"/>
            <a:r>
              <a:rPr lang="fr-FR" dirty="0" smtClean="0"/>
              <a:t>1 </a:t>
            </a:r>
            <a:r>
              <a:rPr lang="fr-FR" dirty="0" smtClean="0"/>
              <a:t>x 5 </a:t>
            </a:r>
            <a:r>
              <a:rPr lang="fr-FR" dirty="0" smtClean="0"/>
              <a:t>=5</a:t>
            </a:r>
            <a:endParaRPr lang="fr-FR" dirty="0" smtClean="0"/>
          </a:p>
          <a:p>
            <a:pPr algn="l"/>
            <a:r>
              <a:rPr lang="fr-FR" dirty="0" smtClean="0"/>
              <a:t>2 </a:t>
            </a:r>
            <a:r>
              <a:rPr lang="fr-FR" dirty="0" smtClean="0"/>
              <a:t>x 5 </a:t>
            </a:r>
            <a:r>
              <a:rPr lang="fr-FR" dirty="0" smtClean="0"/>
              <a:t>=10</a:t>
            </a:r>
            <a:endParaRPr lang="fr-FR" dirty="0" smtClean="0"/>
          </a:p>
          <a:p>
            <a:pPr algn="l"/>
            <a:r>
              <a:rPr lang="fr-FR" dirty="0" smtClean="0"/>
              <a:t>3 </a:t>
            </a:r>
            <a:r>
              <a:rPr lang="fr-FR" dirty="0" smtClean="0"/>
              <a:t>x 5 </a:t>
            </a:r>
            <a:r>
              <a:rPr lang="fr-FR" dirty="0" smtClean="0"/>
              <a:t>=15</a:t>
            </a:r>
            <a:endParaRPr lang="fr-FR" dirty="0" smtClean="0"/>
          </a:p>
          <a:p>
            <a:pPr algn="l"/>
            <a:r>
              <a:rPr lang="fr-FR" dirty="0" smtClean="0"/>
              <a:t>4 </a:t>
            </a:r>
            <a:r>
              <a:rPr lang="fr-FR" dirty="0" smtClean="0"/>
              <a:t>x 5 </a:t>
            </a:r>
            <a:r>
              <a:rPr lang="fr-FR" dirty="0" smtClean="0"/>
              <a:t>=20</a:t>
            </a:r>
            <a:endParaRPr lang="fr-FR" dirty="0" smtClean="0"/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fr-FR" baseline="0" dirty="0" smtClean="0"/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2400" b="0" i="0" u="none" strike="noStrike" cap="none" spc="0" normalizeH="0" baseline="0" dirty="0">
              <a:ln>
                <a:noFill/>
              </a:ln>
              <a:solidFill>
                <a:srgbClr val="414141"/>
              </a:solidFill>
              <a:effectLst/>
              <a:uFillTx/>
              <a:latin typeface="Palatino"/>
              <a:ea typeface="Palatino"/>
              <a:cs typeface="Palatino"/>
              <a:sym typeface="Palatino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595510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re 1"/>
          <p:cNvSpPr>
            <a:spLocks noGrp="1"/>
          </p:cNvSpPr>
          <p:nvPr>
            <p:ph type="title"/>
          </p:nvPr>
        </p:nvSpPr>
        <p:spPr>
          <a:xfrm>
            <a:off x="666046" y="370750"/>
            <a:ext cx="11704321" cy="1187466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fr-FR" sz="4515" b="1" dirty="0">
                <a:latin typeface="Palatino"/>
              </a:rPr>
              <a:t/>
            </a:r>
            <a:br>
              <a:rPr lang="fr-FR" sz="4515" b="1" dirty="0">
                <a:latin typeface="Palatino"/>
              </a:rPr>
            </a:br>
            <a:endParaRPr lang="fr-FR" sz="4515" b="1" dirty="0">
              <a:latin typeface="Palatino"/>
            </a:endParaRPr>
          </a:p>
        </p:txBody>
      </p:sp>
      <p:sp>
        <p:nvSpPr>
          <p:cNvPr id="34819" name="Espace réservé du contenu 2"/>
          <p:cNvSpPr>
            <a:spLocks noGrp="1"/>
          </p:cNvSpPr>
          <p:nvPr>
            <p:ph idx="1"/>
          </p:nvPr>
        </p:nvSpPr>
        <p:spPr>
          <a:xfrm>
            <a:off x="1021536" y="2329119"/>
            <a:ext cx="11611999" cy="6497143"/>
          </a:xfrm>
        </p:spPr>
        <p:txBody>
          <a:bodyPr>
            <a:normAutofit fontScale="85000" lnSpcReduction="20000"/>
          </a:bodyPr>
          <a:lstStyle/>
          <a:p>
            <a:pPr algn="ctr">
              <a:buFont typeface="Arial" charset="0"/>
              <a:buNone/>
            </a:pPr>
            <a:r>
              <a:rPr lang="fr-FR" sz="2838" b="1" dirty="0" err="1" smtClean="0">
                <a:solidFill>
                  <a:srgbClr val="00B0F0"/>
                </a:solidFill>
              </a:rPr>
              <a:t>while</a:t>
            </a:r>
            <a:r>
              <a:rPr lang="fr-FR" sz="2838" dirty="0" smtClean="0">
                <a:solidFill>
                  <a:srgbClr val="C00000"/>
                </a:solidFill>
              </a:rPr>
              <a:t> </a:t>
            </a:r>
            <a:r>
              <a:rPr lang="fr-FR" sz="2838" dirty="0" smtClean="0">
                <a:solidFill>
                  <a:schemeClr val="bg1"/>
                </a:solidFill>
              </a:rPr>
              <a:t>liste-commandes</a:t>
            </a:r>
          </a:p>
          <a:p>
            <a:pPr algn="ctr">
              <a:buFont typeface="Arial" charset="0"/>
              <a:buNone/>
            </a:pPr>
            <a:r>
              <a:rPr lang="fr-FR" sz="2838" b="1" dirty="0" smtClean="0">
                <a:solidFill>
                  <a:srgbClr val="00B050"/>
                </a:solidFill>
              </a:rPr>
              <a:t>do</a:t>
            </a:r>
            <a:r>
              <a:rPr lang="fr-FR" sz="2838" dirty="0" smtClean="0">
                <a:solidFill>
                  <a:srgbClr val="00B050"/>
                </a:solidFill>
              </a:rPr>
              <a:t> </a:t>
            </a:r>
          </a:p>
          <a:p>
            <a:pPr algn="ctr">
              <a:buFont typeface="Arial" charset="0"/>
              <a:buNone/>
            </a:pPr>
            <a:r>
              <a:rPr lang="fr-FR" sz="2838" dirty="0" smtClean="0">
                <a:solidFill>
                  <a:schemeClr val="bg1"/>
                </a:solidFill>
              </a:rPr>
              <a:t>commandes</a:t>
            </a:r>
          </a:p>
          <a:p>
            <a:pPr algn="ctr">
              <a:buFont typeface="Arial" charset="0"/>
              <a:buNone/>
            </a:pPr>
            <a:r>
              <a:rPr lang="fr-FR" sz="2838" b="1" dirty="0" err="1" smtClean="0">
                <a:solidFill>
                  <a:srgbClr val="00B050"/>
                </a:solidFill>
              </a:rPr>
              <a:t>done</a:t>
            </a:r>
            <a:endParaRPr lang="fr-FR" sz="2838" b="1" dirty="0" smtClean="0">
              <a:solidFill>
                <a:srgbClr val="00B050"/>
              </a:solidFill>
            </a:endParaRPr>
          </a:p>
          <a:p>
            <a:pPr>
              <a:buFont typeface="Arial" charset="0"/>
              <a:buNone/>
            </a:pPr>
            <a:r>
              <a:rPr lang="fr-FR" sz="2838" dirty="0" smtClean="0"/>
              <a:t>La </a:t>
            </a:r>
            <a:r>
              <a:rPr lang="fr-FR" sz="2838" dirty="0"/>
              <a:t>répétition se poursuit TANT QUE la dernière commande de la liste est </a:t>
            </a:r>
            <a:r>
              <a:rPr lang="fr-FR" sz="2838" dirty="0" smtClean="0"/>
              <a:t>vraie (renvoie </a:t>
            </a:r>
            <a:r>
              <a:rPr lang="fr-FR" sz="2838" dirty="0"/>
              <a:t>un code de retour nul)</a:t>
            </a:r>
          </a:p>
          <a:p>
            <a:pPr algn="ctr">
              <a:buFont typeface="Arial" charset="0"/>
              <a:buNone/>
            </a:pPr>
            <a:r>
              <a:rPr lang="fr-FR" sz="2838" b="1" dirty="0" err="1">
                <a:solidFill>
                  <a:srgbClr val="00B0F0"/>
                </a:solidFill>
              </a:rPr>
              <a:t>until</a:t>
            </a:r>
            <a:r>
              <a:rPr lang="fr-FR" sz="2838" dirty="0">
                <a:solidFill>
                  <a:srgbClr val="C00000"/>
                </a:solidFill>
              </a:rPr>
              <a:t> </a:t>
            </a:r>
            <a:r>
              <a:rPr lang="fr-FR" sz="2838" dirty="0">
                <a:solidFill>
                  <a:schemeClr val="bg1"/>
                </a:solidFill>
              </a:rPr>
              <a:t>liste-commandes</a:t>
            </a:r>
            <a:r>
              <a:rPr lang="fr-FR" sz="2838" dirty="0">
                <a:solidFill>
                  <a:srgbClr val="C00000"/>
                </a:solidFill>
              </a:rPr>
              <a:t> </a:t>
            </a:r>
          </a:p>
          <a:p>
            <a:pPr algn="ctr">
              <a:buFont typeface="Arial" charset="0"/>
              <a:buNone/>
            </a:pPr>
            <a:r>
              <a:rPr lang="fr-FR" sz="2838" b="1" dirty="0">
                <a:solidFill>
                  <a:srgbClr val="00B050"/>
                </a:solidFill>
              </a:rPr>
              <a:t>do</a:t>
            </a:r>
            <a:r>
              <a:rPr lang="fr-FR" sz="2838" dirty="0">
                <a:solidFill>
                  <a:srgbClr val="C00000"/>
                </a:solidFill>
              </a:rPr>
              <a:t> </a:t>
            </a:r>
          </a:p>
          <a:p>
            <a:pPr algn="ctr">
              <a:buFont typeface="Arial" charset="0"/>
              <a:buNone/>
            </a:pPr>
            <a:r>
              <a:rPr lang="fr-FR" sz="2838" dirty="0">
                <a:solidFill>
                  <a:schemeClr val="bg1"/>
                </a:solidFill>
              </a:rPr>
              <a:t>commandes</a:t>
            </a:r>
          </a:p>
          <a:p>
            <a:pPr algn="ctr">
              <a:buFont typeface="Arial" charset="0"/>
              <a:buNone/>
            </a:pPr>
            <a:r>
              <a:rPr lang="fr-FR" sz="2838" b="1" dirty="0" err="1">
                <a:solidFill>
                  <a:srgbClr val="00B050"/>
                </a:solidFill>
              </a:rPr>
              <a:t>d</a:t>
            </a:r>
            <a:r>
              <a:rPr lang="fr-FR" sz="2838" b="1" dirty="0" err="1" smtClean="0">
                <a:solidFill>
                  <a:srgbClr val="00B050"/>
                </a:solidFill>
              </a:rPr>
              <a:t>one</a:t>
            </a:r>
            <a:endParaRPr lang="fr-FR" sz="2838" b="1" dirty="0" smtClean="0">
              <a:solidFill>
                <a:srgbClr val="00B050"/>
              </a:solidFill>
            </a:endParaRPr>
          </a:p>
          <a:p>
            <a:pPr>
              <a:buFont typeface="Arial" charset="0"/>
              <a:buNone/>
            </a:pPr>
            <a:r>
              <a:rPr lang="fr-FR" sz="2838" dirty="0" smtClean="0"/>
              <a:t>La </a:t>
            </a:r>
            <a:r>
              <a:rPr lang="fr-FR" sz="2838" dirty="0"/>
              <a:t>répétition se poursuit JUSQU'A CE QUE la dernière commande de la liste </a:t>
            </a:r>
            <a:r>
              <a:rPr lang="fr-FR" sz="2838" dirty="0" smtClean="0"/>
              <a:t>devienne </a:t>
            </a:r>
            <a:r>
              <a:rPr lang="fr-FR" sz="2838" dirty="0"/>
              <a:t>vraie</a:t>
            </a:r>
          </a:p>
        </p:txBody>
      </p:sp>
      <p:sp>
        <p:nvSpPr>
          <p:cNvPr id="34831" name="Titre 1"/>
          <p:cNvSpPr>
            <a:spLocks/>
          </p:cNvSpPr>
          <p:nvPr/>
        </p:nvSpPr>
        <p:spPr bwMode="auto">
          <a:xfrm>
            <a:off x="767080" y="756202"/>
            <a:ext cx="11704321" cy="11874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30032" tIns="65016" rIns="130032" bIns="65016" anchor="ctr"/>
          <a:lstStyle/>
          <a:p>
            <a:r>
              <a:rPr lang="fr-FR" sz="5400" dirty="0">
                <a:solidFill>
                  <a:srgbClr val="D93E2B"/>
                </a:solidFill>
                <a:latin typeface="+mn-lt"/>
                <a:ea typeface="+mn-ea"/>
                <a:cs typeface="+mn-cs"/>
                <a:sym typeface="Bodoni SvtyTwo ITC TT-Book"/>
              </a:rPr>
              <a:t>Les structures itératives </a:t>
            </a:r>
            <a:r>
              <a:rPr lang="fr-FR" sz="5400" dirty="0" err="1">
                <a:solidFill>
                  <a:srgbClr val="D93E2B"/>
                </a:solidFill>
                <a:latin typeface="+mn-lt"/>
                <a:ea typeface="+mn-ea"/>
                <a:cs typeface="+mn-cs"/>
                <a:sym typeface="Bodoni SvtyTwo ITC TT-Book"/>
              </a:rPr>
              <a:t>while</a:t>
            </a:r>
            <a:r>
              <a:rPr lang="fr-FR" sz="5400" dirty="0">
                <a:solidFill>
                  <a:srgbClr val="D93E2B"/>
                </a:solidFill>
                <a:latin typeface="+mn-lt"/>
                <a:ea typeface="+mn-ea"/>
                <a:cs typeface="+mn-cs"/>
                <a:sym typeface="Bodoni SvtyTwo ITC TT-Book"/>
              </a:rPr>
              <a:t>, </a:t>
            </a:r>
            <a:r>
              <a:rPr lang="fr-FR" sz="5400" dirty="0" err="1">
                <a:solidFill>
                  <a:srgbClr val="D93E2B"/>
                </a:solidFill>
                <a:latin typeface="+mn-lt"/>
                <a:ea typeface="+mn-ea"/>
                <a:cs typeface="+mn-cs"/>
                <a:sym typeface="Bodoni SvtyTwo ITC TT-Book"/>
              </a:rPr>
              <a:t>until</a:t>
            </a:r>
            <a:endParaRPr lang="fr-FR" sz="5400" dirty="0">
              <a:solidFill>
                <a:srgbClr val="D93E2B"/>
              </a:solidFill>
              <a:latin typeface="+mn-lt"/>
              <a:ea typeface="+mn-ea"/>
              <a:cs typeface="+mn-cs"/>
              <a:sym typeface="Bodoni SvtyTwo ITC TT-Book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1926204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/>
          <p:cNvSpPr>
            <a:spLocks noGrp="1"/>
          </p:cNvSpPr>
          <p:nvPr>
            <p:ph type="title"/>
          </p:nvPr>
        </p:nvSpPr>
        <p:spPr bwMode="auto">
          <a:xfrm>
            <a:off x="508000" y="1009650"/>
            <a:ext cx="1198880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30032" tIns="65016" rIns="130032" bIns="65016" anchor="ctr"/>
          <a:lstStyle/>
          <a:p>
            <a:r>
              <a:rPr lang="fr-FR" sz="5400" dirty="0">
                <a:solidFill>
                  <a:srgbClr val="D93E2B"/>
                </a:solidFill>
                <a:latin typeface="+mn-lt"/>
                <a:ea typeface="+mn-ea"/>
                <a:cs typeface="+mn-cs"/>
                <a:sym typeface="Bodoni SvtyTwo ITC TT-Book"/>
              </a:rPr>
              <a:t>Les structures itératives </a:t>
            </a:r>
            <a:r>
              <a:rPr lang="fr-FR" sz="5400" dirty="0" err="1">
                <a:solidFill>
                  <a:srgbClr val="D93E2B"/>
                </a:solidFill>
                <a:latin typeface="+mn-lt"/>
                <a:ea typeface="+mn-ea"/>
                <a:cs typeface="+mn-cs"/>
                <a:sym typeface="Bodoni SvtyTwo ITC TT-Book"/>
              </a:rPr>
              <a:t>while</a:t>
            </a:r>
            <a:r>
              <a:rPr lang="fr-FR" sz="5400" dirty="0">
                <a:solidFill>
                  <a:srgbClr val="D93E2B"/>
                </a:solidFill>
                <a:latin typeface="+mn-lt"/>
                <a:ea typeface="+mn-ea"/>
                <a:cs typeface="+mn-cs"/>
                <a:sym typeface="Bodoni SvtyTwo ITC TT-Book"/>
              </a:rPr>
              <a:t>, </a:t>
            </a:r>
            <a:r>
              <a:rPr lang="fr-FR" sz="5400" dirty="0" err="1">
                <a:solidFill>
                  <a:srgbClr val="D93E2B"/>
                </a:solidFill>
                <a:latin typeface="+mn-lt"/>
                <a:ea typeface="+mn-ea"/>
                <a:cs typeface="+mn-cs"/>
                <a:sym typeface="Bodoni SvtyTwo ITC TT-Book"/>
              </a:rPr>
              <a:t>until</a:t>
            </a:r>
            <a:endParaRPr lang="fr-FR" sz="5400" dirty="0">
              <a:solidFill>
                <a:srgbClr val="D93E2B"/>
              </a:solidFill>
              <a:latin typeface="+mn-lt"/>
              <a:ea typeface="+mn-ea"/>
              <a:cs typeface="+mn-cs"/>
              <a:sym typeface="Bodoni SvtyTwo ITC TT-Book"/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1418897" y="2995448"/>
            <a:ext cx="6810703" cy="15799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fr-FR" sz="2400" b="0" i="0" u="none" strike="noStrike" cap="none" spc="0" normalizeH="0" baseline="0" dirty="0" smtClean="0">
                <a:ln>
                  <a:noFill/>
                </a:ln>
                <a:solidFill>
                  <a:srgbClr val="414141"/>
                </a:solidFill>
                <a:effectLst/>
                <a:uFillTx/>
                <a:latin typeface="Palatino"/>
                <a:ea typeface="Palatino"/>
                <a:cs typeface="Palatino"/>
                <a:sym typeface="Palatino"/>
              </a:rPr>
              <a:t>Exercice1: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fr-FR" dirty="0" smtClean="0"/>
              <a:t>On va demander à l’utilisateur de saisir ‘oui’ et de répéter l’action tant que l’action n’est pas vérifiée.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2400" b="0" i="0" u="none" strike="noStrike" cap="none" spc="0" normalizeH="0" baseline="0" dirty="0">
              <a:ln>
                <a:noFill/>
              </a:ln>
              <a:solidFill>
                <a:srgbClr val="414141"/>
              </a:solidFill>
              <a:effectLst/>
              <a:uFillTx/>
              <a:latin typeface="Palatino"/>
              <a:ea typeface="Palatino"/>
              <a:cs typeface="Palatino"/>
              <a:sym typeface="Palatino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1418897" y="5533697"/>
            <a:ext cx="7520151" cy="12105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fr-FR" sz="2400" b="0" i="0" u="none" strike="noStrike" cap="none" spc="0" normalizeH="0" baseline="0" dirty="0" smtClean="0">
                <a:ln>
                  <a:noFill/>
                </a:ln>
                <a:solidFill>
                  <a:srgbClr val="414141"/>
                </a:solidFill>
                <a:effectLst/>
                <a:uFillTx/>
                <a:latin typeface="Palatino"/>
                <a:ea typeface="Palatino"/>
                <a:cs typeface="Palatino"/>
                <a:sym typeface="Palatino"/>
              </a:rPr>
              <a:t>Exercice2: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fr-FR" dirty="0" smtClean="0"/>
              <a:t>Ecrire un script qui boucle jusqu’à 10 .</a:t>
            </a:r>
            <a:endParaRPr kumimoji="0" lang="fr-FR" sz="2400" b="0" i="0" u="none" strike="noStrike" cap="none" spc="0" normalizeH="0" baseline="0" dirty="0" smtClean="0">
              <a:ln>
                <a:noFill/>
              </a:ln>
              <a:solidFill>
                <a:srgbClr val="414141"/>
              </a:solidFill>
              <a:effectLst/>
              <a:uFillTx/>
              <a:latin typeface="Palatino"/>
              <a:ea typeface="Palatino"/>
              <a:cs typeface="Palatino"/>
              <a:sym typeface="Palatino"/>
            </a:endParaRPr>
          </a:p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2400" b="0" i="0" u="none" strike="noStrike" cap="none" spc="0" normalizeH="0" baseline="0" dirty="0">
              <a:ln>
                <a:noFill/>
              </a:ln>
              <a:solidFill>
                <a:srgbClr val="414141"/>
              </a:solidFill>
              <a:effectLst/>
              <a:uFillTx/>
              <a:latin typeface="Palatino"/>
              <a:ea typeface="Palatino"/>
              <a:cs typeface="Palatino"/>
              <a:sym typeface="Palatino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New_Template4">
  <a:themeElements>
    <a:clrScheme name="New_Template4">
      <a:dk1>
        <a:srgbClr val="414141"/>
      </a:dk1>
      <a:lt1>
        <a:srgbClr val="004141"/>
      </a:lt1>
      <a:dk2>
        <a:srgbClr val="66635F"/>
      </a:dk2>
      <a:lt2>
        <a:srgbClr val="C9C3BA"/>
      </a:lt2>
      <a:accent1>
        <a:srgbClr val="738FAF"/>
      </a:accent1>
      <a:accent2>
        <a:srgbClr val="74B6A8"/>
      </a:accent2>
      <a:accent3>
        <a:srgbClr val="A0AA69"/>
      </a:accent3>
      <a:accent4>
        <a:srgbClr val="CBA968"/>
      </a:accent4>
      <a:accent5>
        <a:srgbClr val="D08A7A"/>
      </a:accent5>
      <a:accent6>
        <a:srgbClr val="9E95A9"/>
      </a:accent6>
      <a:hlink>
        <a:srgbClr val="0000FF"/>
      </a:hlink>
      <a:folHlink>
        <a:srgbClr val="FF00FF"/>
      </a:folHlink>
    </a:clrScheme>
    <a:fontScheme name="New_Template4">
      <a:majorFont>
        <a:latin typeface="Bodoni SvtyTwo ITC TT-Book"/>
        <a:ea typeface="Bodoni SvtyTwo ITC TT-Book"/>
        <a:cs typeface="Bodoni SvtyTwo ITC TT-Book"/>
      </a:majorFont>
      <a:minorFont>
        <a:latin typeface="Bodoni SvtyTwo ITC TT-Book"/>
        <a:ea typeface="Bodoni SvtyTwo ITC TT-Book"/>
        <a:cs typeface="Bodoni SvtyTwo ITC TT-Book"/>
      </a:minorFont>
    </a:fontScheme>
    <a:fmtScheme name="New_Template4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>
              <a:outerShdw blurRad="25400" dist="33948" dir="2700000" rotWithShape="0">
                <a:srgbClr val="3B3936"/>
              </a:outerShdw>
            </a:effectLst>
            <a:uFillTx/>
            <a:latin typeface="Palatino"/>
            <a:ea typeface="Palatino"/>
            <a:cs typeface="Palatino"/>
            <a:sym typeface="Palatin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414141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414141"/>
            </a:solidFill>
            <a:effectLst/>
            <a:uFillTx/>
            <a:latin typeface="Palatino"/>
            <a:ea typeface="Palatino"/>
            <a:cs typeface="Palatino"/>
            <a:sym typeface="Palatin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New_Template4">
  <a:themeElements>
    <a:clrScheme name="New_Template4">
      <a:dk1>
        <a:srgbClr val="000000"/>
      </a:dk1>
      <a:lt1>
        <a:srgbClr val="FFFFFF"/>
      </a:lt1>
      <a:dk2>
        <a:srgbClr val="66635F"/>
      </a:dk2>
      <a:lt2>
        <a:srgbClr val="C9C3BA"/>
      </a:lt2>
      <a:accent1>
        <a:srgbClr val="738FAF"/>
      </a:accent1>
      <a:accent2>
        <a:srgbClr val="74B6A8"/>
      </a:accent2>
      <a:accent3>
        <a:srgbClr val="A0AA69"/>
      </a:accent3>
      <a:accent4>
        <a:srgbClr val="CBA968"/>
      </a:accent4>
      <a:accent5>
        <a:srgbClr val="D08A7A"/>
      </a:accent5>
      <a:accent6>
        <a:srgbClr val="9E95A9"/>
      </a:accent6>
      <a:hlink>
        <a:srgbClr val="0000FF"/>
      </a:hlink>
      <a:folHlink>
        <a:srgbClr val="FF00FF"/>
      </a:folHlink>
    </a:clrScheme>
    <a:fontScheme name="New_Template4">
      <a:majorFont>
        <a:latin typeface="Bodoni SvtyTwo ITC TT-Book"/>
        <a:ea typeface="Bodoni SvtyTwo ITC TT-Book"/>
        <a:cs typeface="Bodoni SvtyTwo ITC TT-Book"/>
      </a:majorFont>
      <a:minorFont>
        <a:latin typeface="Bodoni SvtyTwo ITC TT-Book"/>
        <a:ea typeface="Bodoni SvtyTwo ITC TT-Book"/>
        <a:cs typeface="Bodoni SvtyTwo ITC TT-Book"/>
      </a:minorFont>
    </a:fontScheme>
    <a:fmtScheme name="New_Template4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>
              <a:outerShdw blurRad="25400" dist="33948" dir="2700000" rotWithShape="0">
                <a:srgbClr val="3B3936"/>
              </a:outerShdw>
            </a:effectLst>
            <a:uFillTx/>
            <a:latin typeface="Palatino"/>
            <a:ea typeface="Palatino"/>
            <a:cs typeface="Palatino"/>
            <a:sym typeface="Palatin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414141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414141"/>
            </a:solidFill>
            <a:effectLst/>
            <a:uFillTx/>
            <a:latin typeface="Palatino"/>
            <a:ea typeface="Palatino"/>
            <a:cs typeface="Palatino"/>
            <a:sym typeface="Palatin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Override1.xml><?xml version="1.0" encoding="utf-8"?>
<a:themeOverride xmlns:a="http://schemas.openxmlformats.org/drawingml/2006/main">
  <a:clrScheme name="New_Template4">
    <a:dk1>
      <a:srgbClr val="414141"/>
    </a:dk1>
    <a:lt1>
      <a:srgbClr val="004141"/>
    </a:lt1>
    <a:dk2>
      <a:srgbClr val="66635F"/>
    </a:dk2>
    <a:lt2>
      <a:srgbClr val="C9C3BA"/>
    </a:lt2>
    <a:accent1>
      <a:srgbClr val="738FAF"/>
    </a:accent1>
    <a:accent2>
      <a:srgbClr val="74B6A8"/>
    </a:accent2>
    <a:accent3>
      <a:srgbClr val="A0AA69"/>
    </a:accent3>
    <a:accent4>
      <a:srgbClr val="CBA968"/>
    </a:accent4>
    <a:accent5>
      <a:srgbClr val="D08A7A"/>
    </a:accent5>
    <a:accent6>
      <a:srgbClr val="9E95A9"/>
    </a:accent6>
    <a:hlink>
      <a:srgbClr val="0000FF"/>
    </a:hlink>
    <a:folHlink>
      <a:srgbClr val="FF00FF"/>
    </a:folHlink>
  </a:clrScheme>
</a:themeOverride>
</file>

<file path=ppt/theme/themeOverride2.xml><?xml version="1.0" encoding="utf-8"?>
<a:themeOverride xmlns:a="http://schemas.openxmlformats.org/drawingml/2006/main">
  <a:clrScheme name="New_Template4">
    <a:dk1>
      <a:srgbClr val="414141"/>
    </a:dk1>
    <a:lt1>
      <a:srgbClr val="004141"/>
    </a:lt1>
    <a:dk2>
      <a:srgbClr val="66635F"/>
    </a:dk2>
    <a:lt2>
      <a:srgbClr val="C9C3BA"/>
    </a:lt2>
    <a:accent1>
      <a:srgbClr val="738FAF"/>
    </a:accent1>
    <a:accent2>
      <a:srgbClr val="74B6A8"/>
    </a:accent2>
    <a:accent3>
      <a:srgbClr val="A0AA69"/>
    </a:accent3>
    <a:accent4>
      <a:srgbClr val="CBA968"/>
    </a:accent4>
    <a:accent5>
      <a:srgbClr val="D08A7A"/>
    </a:accent5>
    <a:accent6>
      <a:srgbClr val="9E95A9"/>
    </a:accent6>
    <a:hlink>
      <a:srgbClr val="0000FF"/>
    </a:hlink>
    <a:folHlink>
      <a:srgbClr val="FF00FF"/>
    </a:folHlink>
  </a:clrScheme>
</a:themeOverride>
</file>

<file path=ppt/theme/themeOverride3.xml><?xml version="1.0" encoding="utf-8"?>
<a:themeOverride xmlns:a="http://schemas.openxmlformats.org/drawingml/2006/main">
  <a:clrScheme name="New_Template4">
    <a:dk1>
      <a:srgbClr val="414141"/>
    </a:dk1>
    <a:lt1>
      <a:srgbClr val="004141"/>
    </a:lt1>
    <a:dk2>
      <a:srgbClr val="66635F"/>
    </a:dk2>
    <a:lt2>
      <a:srgbClr val="C9C3BA"/>
    </a:lt2>
    <a:accent1>
      <a:srgbClr val="738FAF"/>
    </a:accent1>
    <a:accent2>
      <a:srgbClr val="74B6A8"/>
    </a:accent2>
    <a:accent3>
      <a:srgbClr val="A0AA69"/>
    </a:accent3>
    <a:accent4>
      <a:srgbClr val="CBA968"/>
    </a:accent4>
    <a:accent5>
      <a:srgbClr val="D08A7A"/>
    </a:accent5>
    <a:accent6>
      <a:srgbClr val="9E95A9"/>
    </a:accent6>
    <a:hlink>
      <a:srgbClr val="0000FF"/>
    </a:hlink>
    <a:folHlink>
      <a:srgbClr val="FF00FF"/>
    </a:folHlink>
  </a:clrScheme>
</a:themeOverride>
</file>

<file path=ppt/theme/themeOverride4.xml><?xml version="1.0" encoding="utf-8"?>
<a:themeOverride xmlns:a="http://schemas.openxmlformats.org/drawingml/2006/main">
  <a:clrScheme name="New_Template4">
    <a:dk1>
      <a:srgbClr val="414141"/>
    </a:dk1>
    <a:lt1>
      <a:srgbClr val="004141"/>
    </a:lt1>
    <a:dk2>
      <a:srgbClr val="66635F"/>
    </a:dk2>
    <a:lt2>
      <a:srgbClr val="C9C3BA"/>
    </a:lt2>
    <a:accent1>
      <a:srgbClr val="738FAF"/>
    </a:accent1>
    <a:accent2>
      <a:srgbClr val="74B6A8"/>
    </a:accent2>
    <a:accent3>
      <a:srgbClr val="A0AA69"/>
    </a:accent3>
    <a:accent4>
      <a:srgbClr val="CBA968"/>
    </a:accent4>
    <a:accent5>
      <a:srgbClr val="D08A7A"/>
    </a:accent5>
    <a:accent6>
      <a:srgbClr val="9E95A9"/>
    </a:accent6>
    <a:hlink>
      <a:srgbClr val="0000FF"/>
    </a:hlink>
    <a:folHlink>
      <a:srgbClr val="FF00FF"/>
    </a:folHlink>
  </a:clrScheme>
</a:themeOverride>
</file>

<file path=ppt/theme/themeOverride5.xml><?xml version="1.0" encoding="utf-8"?>
<a:themeOverride xmlns:a="http://schemas.openxmlformats.org/drawingml/2006/main">
  <a:clrScheme name="New_Template4">
    <a:dk1>
      <a:srgbClr val="414141"/>
    </a:dk1>
    <a:lt1>
      <a:srgbClr val="004141"/>
    </a:lt1>
    <a:dk2>
      <a:srgbClr val="66635F"/>
    </a:dk2>
    <a:lt2>
      <a:srgbClr val="C9C3BA"/>
    </a:lt2>
    <a:accent1>
      <a:srgbClr val="738FAF"/>
    </a:accent1>
    <a:accent2>
      <a:srgbClr val="74B6A8"/>
    </a:accent2>
    <a:accent3>
      <a:srgbClr val="A0AA69"/>
    </a:accent3>
    <a:accent4>
      <a:srgbClr val="CBA968"/>
    </a:accent4>
    <a:accent5>
      <a:srgbClr val="D08A7A"/>
    </a:accent5>
    <a:accent6>
      <a:srgbClr val="9E95A9"/>
    </a:accent6>
    <a:hlink>
      <a:srgbClr val="0000FF"/>
    </a:hlink>
    <a:folHlink>
      <a:srgbClr val="FF00FF"/>
    </a:folHlink>
  </a:clrScheme>
</a:themeOverride>
</file>

<file path=ppt/theme/themeOverride6.xml><?xml version="1.0" encoding="utf-8"?>
<a:themeOverride xmlns:a="http://schemas.openxmlformats.org/drawingml/2006/main">
  <a:clrScheme name="New_Template4">
    <a:dk1>
      <a:srgbClr val="414141"/>
    </a:dk1>
    <a:lt1>
      <a:srgbClr val="004141"/>
    </a:lt1>
    <a:dk2>
      <a:srgbClr val="66635F"/>
    </a:dk2>
    <a:lt2>
      <a:srgbClr val="C9C3BA"/>
    </a:lt2>
    <a:accent1>
      <a:srgbClr val="738FAF"/>
    </a:accent1>
    <a:accent2>
      <a:srgbClr val="74B6A8"/>
    </a:accent2>
    <a:accent3>
      <a:srgbClr val="A0AA69"/>
    </a:accent3>
    <a:accent4>
      <a:srgbClr val="CBA968"/>
    </a:accent4>
    <a:accent5>
      <a:srgbClr val="D08A7A"/>
    </a:accent5>
    <a:accent6>
      <a:srgbClr val="9E95A9"/>
    </a:accent6>
    <a:hlink>
      <a:srgbClr val="0000FF"/>
    </a:hlink>
    <a:folHlink>
      <a:srgbClr val="FF00FF"/>
    </a:folHlink>
  </a:clrScheme>
</a:themeOverride>
</file>

<file path=ppt/theme/themeOverride7.xml><?xml version="1.0" encoding="utf-8"?>
<a:themeOverride xmlns:a="http://schemas.openxmlformats.org/drawingml/2006/main">
  <a:clrScheme name="New_Template4">
    <a:dk1>
      <a:srgbClr val="414141"/>
    </a:dk1>
    <a:lt1>
      <a:srgbClr val="004141"/>
    </a:lt1>
    <a:dk2>
      <a:srgbClr val="66635F"/>
    </a:dk2>
    <a:lt2>
      <a:srgbClr val="C9C3BA"/>
    </a:lt2>
    <a:accent1>
      <a:srgbClr val="738FAF"/>
    </a:accent1>
    <a:accent2>
      <a:srgbClr val="74B6A8"/>
    </a:accent2>
    <a:accent3>
      <a:srgbClr val="A0AA69"/>
    </a:accent3>
    <a:accent4>
      <a:srgbClr val="CBA968"/>
    </a:accent4>
    <a:accent5>
      <a:srgbClr val="D08A7A"/>
    </a:accent5>
    <a:accent6>
      <a:srgbClr val="9E95A9"/>
    </a:accent6>
    <a:hlink>
      <a:srgbClr val="0000FF"/>
    </a:hlink>
    <a:folHlink>
      <a:srgbClr val="FF00FF"/>
    </a:folHlink>
  </a:clrScheme>
</a:themeOverride>
</file>

<file path=ppt/theme/themeOverride8.xml><?xml version="1.0" encoding="utf-8"?>
<a:themeOverride xmlns:a="http://schemas.openxmlformats.org/drawingml/2006/main">
  <a:clrScheme name="New_Template4">
    <a:dk1>
      <a:srgbClr val="414141"/>
    </a:dk1>
    <a:lt1>
      <a:srgbClr val="004141"/>
    </a:lt1>
    <a:dk2>
      <a:srgbClr val="66635F"/>
    </a:dk2>
    <a:lt2>
      <a:srgbClr val="C9C3BA"/>
    </a:lt2>
    <a:accent1>
      <a:srgbClr val="738FAF"/>
    </a:accent1>
    <a:accent2>
      <a:srgbClr val="74B6A8"/>
    </a:accent2>
    <a:accent3>
      <a:srgbClr val="A0AA69"/>
    </a:accent3>
    <a:accent4>
      <a:srgbClr val="CBA968"/>
    </a:accent4>
    <a:accent5>
      <a:srgbClr val="D08A7A"/>
    </a:accent5>
    <a:accent6>
      <a:srgbClr val="9E95A9"/>
    </a:accent6>
    <a:hlink>
      <a:srgbClr val="0000FF"/>
    </a:hlink>
    <a:folHlink>
      <a:srgbClr val="FF00FF"/>
    </a:folHlink>
  </a:clrScheme>
</a:themeOverride>
</file>

<file path=ppt/theme/themeOverride9.xml><?xml version="1.0" encoding="utf-8"?>
<a:themeOverride xmlns:a="http://schemas.openxmlformats.org/drawingml/2006/main">
  <a:clrScheme name="New_Template4">
    <a:dk1>
      <a:srgbClr val="414141"/>
    </a:dk1>
    <a:lt1>
      <a:srgbClr val="004141"/>
    </a:lt1>
    <a:dk2>
      <a:srgbClr val="66635F"/>
    </a:dk2>
    <a:lt2>
      <a:srgbClr val="C9C3BA"/>
    </a:lt2>
    <a:accent1>
      <a:srgbClr val="738FAF"/>
    </a:accent1>
    <a:accent2>
      <a:srgbClr val="74B6A8"/>
    </a:accent2>
    <a:accent3>
      <a:srgbClr val="A0AA69"/>
    </a:accent3>
    <a:accent4>
      <a:srgbClr val="CBA968"/>
    </a:accent4>
    <a:accent5>
      <a:srgbClr val="D08A7A"/>
    </a:accent5>
    <a:accent6>
      <a:srgbClr val="9E95A9"/>
    </a:accent6>
    <a:hlink>
      <a:srgbClr val="0000FF"/>
    </a:hlink>
    <a:folHlink>
      <a:srgbClr val="FF00FF"/>
    </a:folHlink>
  </a:clrScheme>
</a:themeOverride>
</file>

<file path=ppt/theme/themeOverride10.xml><?xml version="1.0" encoding="utf-8"?>
<a:themeOverride xmlns:a="http://schemas.openxmlformats.org/drawingml/2006/main">
  <a:clrScheme name="New_Template4">
    <a:dk1>
      <a:srgbClr val="414141"/>
    </a:dk1>
    <a:lt1>
      <a:srgbClr val="004141"/>
    </a:lt1>
    <a:dk2>
      <a:srgbClr val="66635F"/>
    </a:dk2>
    <a:lt2>
      <a:srgbClr val="C9C3BA"/>
    </a:lt2>
    <a:accent1>
      <a:srgbClr val="738FAF"/>
    </a:accent1>
    <a:accent2>
      <a:srgbClr val="74B6A8"/>
    </a:accent2>
    <a:accent3>
      <a:srgbClr val="A0AA69"/>
    </a:accent3>
    <a:accent4>
      <a:srgbClr val="CBA968"/>
    </a:accent4>
    <a:accent5>
      <a:srgbClr val="D08A7A"/>
    </a:accent5>
    <a:accent6>
      <a:srgbClr val="9E95A9"/>
    </a:accent6>
    <a:hlink>
      <a:srgbClr val="0000FF"/>
    </a:hlink>
    <a:folHlink>
      <a:srgbClr val="FF00FF"/>
    </a:folHlink>
  </a:clrScheme>
</a:themeOverride>
</file>

<file path=ppt/theme/themeOverride11.xml><?xml version="1.0" encoding="utf-8"?>
<a:themeOverride xmlns:a="http://schemas.openxmlformats.org/drawingml/2006/main">
  <a:clrScheme name="New_Template4">
    <a:dk1>
      <a:srgbClr val="414141"/>
    </a:dk1>
    <a:lt1>
      <a:srgbClr val="004141"/>
    </a:lt1>
    <a:dk2>
      <a:srgbClr val="66635F"/>
    </a:dk2>
    <a:lt2>
      <a:srgbClr val="C9C3BA"/>
    </a:lt2>
    <a:accent1>
      <a:srgbClr val="738FAF"/>
    </a:accent1>
    <a:accent2>
      <a:srgbClr val="74B6A8"/>
    </a:accent2>
    <a:accent3>
      <a:srgbClr val="A0AA69"/>
    </a:accent3>
    <a:accent4>
      <a:srgbClr val="CBA968"/>
    </a:accent4>
    <a:accent5>
      <a:srgbClr val="D08A7A"/>
    </a:accent5>
    <a:accent6>
      <a:srgbClr val="9E95A9"/>
    </a:accent6>
    <a:hlink>
      <a:srgbClr val="0000FF"/>
    </a:hlink>
    <a:folHlink>
      <a:srgbClr val="FF00FF"/>
    </a:folHlink>
  </a:clrScheme>
</a:themeOverride>
</file>

<file path=ppt/theme/themeOverride12.xml><?xml version="1.0" encoding="utf-8"?>
<a:themeOverride xmlns:a="http://schemas.openxmlformats.org/drawingml/2006/main">
  <a:clrScheme name="New_Template4">
    <a:dk1>
      <a:srgbClr val="414141"/>
    </a:dk1>
    <a:lt1>
      <a:srgbClr val="004141"/>
    </a:lt1>
    <a:dk2>
      <a:srgbClr val="66635F"/>
    </a:dk2>
    <a:lt2>
      <a:srgbClr val="C9C3BA"/>
    </a:lt2>
    <a:accent1>
      <a:srgbClr val="738FAF"/>
    </a:accent1>
    <a:accent2>
      <a:srgbClr val="74B6A8"/>
    </a:accent2>
    <a:accent3>
      <a:srgbClr val="A0AA69"/>
    </a:accent3>
    <a:accent4>
      <a:srgbClr val="CBA968"/>
    </a:accent4>
    <a:accent5>
      <a:srgbClr val="D08A7A"/>
    </a:accent5>
    <a:accent6>
      <a:srgbClr val="9E95A9"/>
    </a:accent6>
    <a:hlink>
      <a:srgbClr val="0000FF"/>
    </a:hlink>
    <a:folHlink>
      <a:srgbClr val="FF00FF"/>
    </a:folHlink>
  </a:clrScheme>
</a:themeOverride>
</file>

<file path=ppt/theme/themeOverride13.xml><?xml version="1.0" encoding="utf-8"?>
<a:themeOverride xmlns:a="http://schemas.openxmlformats.org/drawingml/2006/main">
  <a:clrScheme name="New_Template4">
    <a:dk1>
      <a:srgbClr val="414141"/>
    </a:dk1>
    <a:lt1>
      <a:srgbClr val="004141"/>
    </a:lt1>
    <a:dk2>
      <a:srgbClr val="66635F"/>
    </a:dk2>
    <a:lt2>
      <a:srgbClr val="C9C3BA"/>
    </a:lt2>
    <a:accent1>
      <a:srgbClr val="738FAF"/>
    </a:accent1>
    <a:accent2>
      <a:srgbClr val="74B6A8"/>
    </a:accent2>
    <a:accent3>
      <a:srgbClr val="A0AA69"/>
    </a:accent3>
    <a:accent4>
      <a:srgbClr val="CBA968"/>
    </a:accent4>
    <a:accent5>
      <a:srgbClr val="D08A7A"/>
    </a:accent5>
    <a:accent6>
      <a:srgbClr val="9E95A9"/>
    </a:accent6>
    <a:hlink>
      <a:srgbClr val="0000FF"/>
    </a:hlink>
    <a:folHlink>
      <a:srgbClr val="FF00FF"/>
    </a:folHlink>
  </a:clrScheme>
</a:themeOverride>
</file>

<file path=ppt/theme/themeOverride14.xml><?xml version="1.0" encoding="utf-8"?>
<a:themeOverride xmlns:a="http://schemas.openxmlformats.org/drawingml/2006/main">
  <a:clrScheme name="New_Template4">
    <a:dk1>
      <a:srgbClr val="414141"/>
    </a:dk1>
    <a:lt1>
      <a:srgbClr val="004141"/>
    </a:lt1>
    <a:dk2>
      <a:srgbClr val="66635F"/>
    </a:dk2>
    <a:lt2>
      <a:srgbClr val="C9C3BA"/>
    </a:lt2>
    <a:accent1>
      <a:srgbClr val="738FAF"/>
    </a:accent1>
    <a:accent2>
      <a:srgbClr val="74B6A8"/>
    </a:accent2>
    <a:accent3>
      <a:srgbClr val="A0AA69"/>
    </a:accent3>
    <a:accent4>
      <a:srgbClr val="CBA968"/>
    </a:accent4>
    <a:accent5>
      <a:srgbClr val="D08A7A"/>
    </a:accent5>
    <a:accent6>
      <a:srgbClr val="9E95A9"/>
    </a:accent6>
    <a:hlink>
      <a:srgbClr val="0000FF"/>
    </a:hlink>
    <a:folHlink>
      <a:srgbClr val="FF00FF"/>
    </a:folHlink>
  </a:clrScheme>
</a:themeOverride>
</file>

<file path=ppt/theme/themeOverride15.xml><?xml version="1.0" encoding="utf-8"?>
<a:themeOverride xmlns:a="http://schemas.openxmlformats.org/drawingml/2006/main">
  <a:clrScheme name="New_Template4">
    <a:dk1>
      <a:srgbClr val="414141"/>
    </a:dk1>
    <a:lt1>
      <a:srgbClr val="004141"/>
    </a:lt1>
    <a:dk2>
      <a:srgbClr val="66635F"/>
    </a:dk2>
    <a:lt2>
      <a:srgbClr val="C9C3BA"/>
    </a:lt2>
    <a:accent1>
      <a:srgbClr val="738FAF"/>
    </a:accent1>
    <a:accent2>
      <a:srgbClr val="74B6A8"/>
    </a:accent2>
    <a:accent3>
      <a:srgbClr val="A0AA69"/>
    </a:accent3>
    <a:accent4>
      <a:srgbClr val="CBA968"/>
    </a:accent4>
    <a:accent5>
      <a:srgbClr val="D08A7A"/>
    </a:accent5>
    <a:accent6>
      <a:srgbClr val="9E95A9"/>
    </a:accent6>
    <a:hlink>
      <a:srgbClr val="0000FF"/>
    </a:hlink>
    <a:folHlink>
      <a:srgbClr val="FF00FF"/>
    </a:folHlink>
  </a:clrScheme>
</a:themeOverride>
</file>

<file path=ppt/theme/themeOverride16.xml><?xml version="1.0" encoding="utf-8"?>
<a:themeOverride xmlns:a="http://schemas.openxmlformats.org/drawingml/2006/main">
  <a:clrScheme name="New_Template4">
    <a:dk1>
      <a:srgbClr val="414141"/>
    </a:dk1>
    <a:lt1>
      <a:srgbClr val="004141"/>
    </a:lt1>
    <a:dk2>
      <a:srgbClr val="66635F"/>
    </a:dk2>
    <a:lt2>
      <a:srgbClr val="C9C3BA"/>
    </a:lt2>
    <a:accent1>
      <a:srgbClr val="738FAF"/>
    </a:accent1>
    <a:accent2>
      <a:srgbClr val="74B6A8"/>
    </a:accent2>
    <a:accent3>
      <a:srgbClr val="A0AA69"/>
    </a:accent3>
    <a:accent4>
      <a:srgbClr val="CBA968"/>
    </a:accent4>
    <a:accent5>
      <a:srgbClr val="D08A7A"/>
    </a:accent5>
    <a:accent6>
      <a:srgbClr val="9E95A9"/>
    </a:accent6>
    <a:hlink>
      <a:srgbClr val="0000FF"/>
    </a:hlink>
    <a:folHlink>
      <a:srgbClr val="FF00FF"/>
    </a:folHlink>
  </a:clrScheme>
</a:themeOverride>
</file>

<file path=ppt/theme/themeOverride17.xml><?xml version="1.0" encoding="utf-8"?>
<a:themeOverride xmlns:a="http://schemas.openxmlformats.org/drawingml/2006/main">
  <a:clrScheme name="New_Template4">
    <a:dk1>
      <a:srgbClr val="414141"/>
    </a:dk1>
    <a:lt1>
      <a:srgbClr val="004141"/>
    </a:lt1>
    <a:dk2>
      <a:srgbClr val="66635F"/>
    </a:dk2>
    <a:lt2>
      <a:srgbClr val="C9C3BA"/>
    </a:lt2>
    <a:accent1>
      <a:srgbClr val="738FAF"/>
    </a:accent1>
    <a:accent2>
      <a:srgbClr val="74B6A8"/>
    </a:accent2>
    <a:accent3>
      <a:srgbClr val="A0AA69"/>
    </a:accent3>
    <a:accent4>
      <a:srgbClr val="CBA968"/>
    </a:accent4>
    <a:accent5>
      <a:srgbClr val="D08A7A"/>
    </a:accent5>
    <a:accent6>
      <a:srgbClr val="9E95A9"/>
    </a:accent6>
    <a:hlink>
      <a:srgbClr val="0000FF"/>
    </a:hlink>
    <a:folHlink>
      <a:srgbClr val="FF00FF"/>
    </a:folHlink>
  </a:clrScheme>
</a:themeOverride>
</file>

<file path=ppt/theme/themeOverride18.xml><?xml version="1.0" encoding="utf-8"?>
<a:themeOverride xmlns:a="http://schemas.openxmlformats.org/drawingml/2006/main">
  <a:clrScheme name="New_Template4">
    <a:dk1>
      <a:srgbClr val="414141"/>
    </a:dk1>
    <a:lt1>
      <a:srgbClr val="004141"/>
    </a:lt1>
    <a:dk2>
      <a:srgbClr val="66635F"/>
    </a:dk2>
    <a:lt2>
      <a:srgbClr val="C9C3BA"/>
    </a:lt2>
    <a:accent1>
      <a:srgbClr val="738FAF"/>
    </a:accent1>
    <a:accent2>
      <a:srgbClr val="74B6A8"/>
    </a:accent2>
    <a:accent3>
      <a:srgbClr val="A0AA69"/>
    </a:accent3>
    <a:accent4>
      <a:srgbClr val="CBA968"/>
    </a:accent4>
    <a:accent5>
      <a:srgbClr val="D08A7A"/>
    </a:accent5>
    <a:accent6>
      <a:srgbClr val="9E95A9"/>
    </a:accent6>
    <a:hlink>
      <a:srgbClr val="0000FF"/>
    </a:hlink>
    <a:folHlink>
      <a:srgbClr val="FF00FF"/>
    </a:folHlink>
  </a:clrScheme>
</a:themeOverride>
</file>

<file path=ppt/theme/themeOverride19.xml><?xml version="1.0" encoding="utf-8"?>
<a:themeOverride xmlns:a="http://schemas.openxmlformats.org/drawingml/2006/main">
  <a:clrScheme name="New_Template4">
    <a:dk1>
      <a:srgbClr val="414141"/>
    </a:dk1>
    <a:lt1>
      <a:srgbClr val="004141"/>
    </a:lt1>
    <a:dk2>
      <a:srgbClr val="66635F"/>
    </a:dk2>
    <a:lt2>
      <a:srgbClr val="C9C3BA"/>
    </a:lt2>
    <a:accent1>
      <a:srgbClr val="738FAF"/>
    </a:accent1>
    <a:accent2>
      <a:srgbClr val="74B6A8"/>
    </a:accent2>
    <a:accent3>
      <a:srgbClr val="A0AA69"/>
    </a:accent3>
    <a:accent4>
      <a:srgbClr val="CBA968"/>
    </a:accent4>
    <a:accent5>
      <a:srgbClr val="D08A7A"/>
    </a:accent5>
    <a:accent6>
      <a:srgbClr val="9E95A9"/>
    </a:accent6>
    <a:hlink>
      <a:srgbClr val="0000FF"/>
    </a:hlink>
    <a:folHlink>
      <a:srgbClr val="FF00FF"/>
    </a:folHlink>
  </a:clrScheme>
</a:themeOverride>
</file>

<file path=ppt/theme/themeOverride20.xml><?xml version="1.0" encoding="utf-8"?>
<a:themeOverride xmlns:a="http://schemas.openxmlformats.org/drawingml/2006/main">
  <a:clrScheme name="New_Template4">
    <a:dk1>
      <a:srgbClr val="414141"/>
    </a:dk1>
    <a:lt1>
      <a:srgbClr val="004141"/>
    </a:lt1>
    <a:dk2>
      <a:srgbClr val="66635F"/>
    </a:dk2>
    <a:lt2>
      <a:srgbClr val="C9C3BA"/>
    </a:lt2>
    <a:accent1>
      <a:srgbClr val="738FAF"/>
    </a:accent1>
    <a:accent2>
      <a:srgbClr val="74B6A8"/>
    </a:accent2>
    <a:accent3>
      <a:srgbClr val="A0AA69"/>
    </a:accent3>
    <a:accent4>
      <a:srgbClr val="CBA968"/>
    </a:accent4>
    <a:accent5>
      <a:srgbClr val="D08A7A"/>
    </a:accent5>
    <a:accent6>
      <a:srgbClr val="9E95A9"/>
    </a:accent6>
    <a:hlink>
      <a:srgbClr val="0000FF"/>
    </a:hlink>
    <a:folHlink>
      <a:srgbClr val="FF00F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2107</TotalTime>
  <Words>720</Words>
  <Application>Microsoft Office PowerPoint</Application>
  <PresentationFormat>Personnalisé</PresentationFormat>
  <Paragraphs>166</Paragraphs>
  <Slides>27</Slides>
  <Notes>2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27</vt:i4>
      </vt:variant>
    </vt:vector>
  </HeadingPairs>
  <TitlesOfParts>
    <vt:vector size="28" baseType="lpstr">
      <vt:lpstr>New_Template4</vt:lpstr>
      <vt:lpstr>Module : Système et Scripting</vt:lpstr>
      <vt:lpstr>Planification &amp; Informations</vt:lpstr>
      <vt:lpstr>Diapositive 3</vt:lpstr>
      <vt:lpstr>Plan</vt:lpstr>
      <vt:lpstr>Diapositive 5</vt:lpstr>
      <vt:lpstr>Diapositive 6</vt:lpstr>
      <vt:lpstr>Diapositive 7</vt:lpstr>
      <vt:lpstr>Diapositive 8</vt:lpstr>
      <vt:lpstr>Diapositive 9</vt:lpstr>
      <vt:lpstr>test sur les chaînes de caractères 1/2</vt:lpstr>
      <vt:lpstr>Diapositive 11</vt:lpstr>
      <vt:lpstr>Diapositive 12</vt:lpstr>
      <vt:lpstr>Combinaison des options </vt:lpstr>
      <vt:lpstr>Effectuer plusieurs tests à la fois</vt:lpstr>
      <vt:lpstr>  Les structures conditionnelles if 1/2 </vt:lpstr>
      <vt:lpstr>  Les structures conditionnelles if 2/2 </vt:lpstr>
      <vt:lpstr>Diapositive 17</vt:lpstr>
      <vt:lpstr>Diapositive 18</vt:lpstr>
      <vt:lpstr>Les structures conditionnelles case</vt:lpstr>
      <vt:lpstr>Les structures itératives for 1/3</vt:lpstr>
      <vt:lpstr>Les structures itératives for 2/3</vt:lpstr>
      <vt:lpstr>Les structures itératives for 3/3</vt:lpstr>
      <vt:lpstr>Commande seq 1/2</vt:lpstr>
      <vt:lpstr>Commande seq 2/2</vt:lpstr>
      <vt:lpstr>Commande seq 2/2</vt:lpstr>
      <vt:lpstr> </vt:lpstr>
      <vt:lpstr>Les structures itératives while, until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Administration &amp; Sécurité des Systèmes d’Exploitation </dc:title>
  <cp:lastModifiedBy>Manel</cp:lastModifiedBy>
  <cp:revision>320</cp:revision>
  <dcterms:modified xsi:type="dcterms:W3CDTF">2021-04-30T08:54:50Z</dcterms:modified>
</cp:coreProperties>
</file>